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98" y="40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C8AFE-CED7-4751-B31B-E52A140C37F2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0DF8D-5493-4751-B93A-57BE334DC0E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0DF8D-5493-4751-B93A-57BE334DC0E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0DF8D-5493-4751-B93A-57BE334DC0E8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0DF8D-5493-4751-B93A-57BE334DC0E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0DF8D-5493-4751-B93A-57BE334DC0E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0DF8D-5493-4751-B93A-57BE334DC0E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0DF8D-5493-4751-B93A-57BE334DC0E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0DF8D-5493-4751-B93A-57BE334DC0E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0DF8D-5493-4751-B93A-57BE334DC0E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0DF8D-5493-4751-B93A-57BE334DC0E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3"/>
            <a:ext cx="7772400" cy="147002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005-787F-4FB4-84BD-189B515DF483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F202-CE0C-4185-985B-405255443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005-787F-4FB4-84BD-189B515DF483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F202-CE0C-4185-985B-405255443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0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2"/>
            <a:ext cx="7772400" cy="15001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005-787F-4FB4-84BD-189B515DF483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F202-CE0C-4185-985B-405255443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005-787F-4FB4-84BD-189B515DF483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F202-CE0C-4185-985B-405255443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7" y="1535113"/>
            <a:ext cx="40401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7" y="2174874"/>
            <a:ext cx="40401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4"/>
            <a:ext cx="404177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005-787F-4FB4-84BD-189B515DF483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F202-CE0C-4185-985B-405255443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005-787F-4FB4-84BD-189B515DF483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F202-CE0C-4185-985B-405255443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005-787F-4FB4-84BD-189B515DF483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F202-CE0C-4185-985B-405255443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9" y="273055"/>
            <a:ext cx="300831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273059"/>
            <a:ext cx="5111752" cy="5853114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9" y="1435102"/>
            <a:ext cx="3008314" cy="46910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005-787F-4FB4-84BD-189B515DF483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F202-CE0C-4185-985B-405255443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90" y="4800607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90" y="612776"/>
            <a:ext cx="5486400" cy="4114800"/>
          </a:xfrm>
        </p:spPr>
        <p:txBody>
          <a:bodyPr/>
          <a:lstStyle>
            <a:lvl1pPr marL="0" indent="0">
              <a:buNone/>
              <a:defRPr sz="3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90" y="5367340"/>
            <a:ext cx="5486400" cy="8048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005-787F-4FB4-84BD-189B515DF483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F202-CE0C-4185-985B-405255443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005-787F-4FB4-84BD-189B515DF483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F202-CE0C-4185-985B-405255443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7"/>
            <a:ext cx="2057400" cy="585152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7"/>
            <a:ext cx="6019800" cy="585152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3005-787F-4FB4-84BD-189B515DF483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6F202-CE0C-4185-985B-405255443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9"/>
            <a:ext cx="2133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03005-787F-4FB4-84BD-189B515DF483}" type="datetimeFigureOut">
              <a:rPr lang="en-US" smtClean="0"/>
              <a:pPr/>
              <a:t>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9"/>
            <a:ext cx="2895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9"/>
            <a:ext cx="2133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6F202-CE0C-4185-985B-405255443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914400"/>
            <a:ext cx="3886200" cy="228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46" name="Notched Right Arrow 45"/>
          <p:cNvSpPr/>
          <p:nvPr/>
        </p:nvSpPr>
        <p:spPr>
          <a:xfrm>
            <a:off x="762000" y="457200"/>
            <a:ext cx="3352800" cy="228600"/>
          </a:xfrm>
          <a:prstGeom prst="notched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grpSp>
        <p:nvGrpSpPr>
          <p:cNvPr id="49" name="Group 48"/>
          <p:cNvGrpSpPr/>
          <p:nvPr/>
        </p:nvGrpSpPr>
        <p:grpSpPr>
          <a:xfrm>
            <a:off x="2255452" y="76211"/>
            <a:ext cx="335348" cy="461665"/>
            <a:chOff x="3886200" y="685800"/>
            <a:chExt cx="335346" cy="461662"/>
          </a:xfrm>
        </p:grpSpPr>
        <p:sp>
          <p:nvSpPr>
            <p:cNvPr id="47" name="TextBox 46"/>
            <p:cNvSpPr txBox="1"/>
            <p:nvPr/>
          </p:nvSpPr>
          <p:spPr>
            <a:xfrm>
              <a:off x="3886200" y="685800"/>
              <a:ext cx="335346" cy="461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</a:t>
              </a:r>
            </a:p>
          </p:txBody>
        </p:sp>
        <p:sp>
          <p:nvSpPr>
            <p:cNvPr id="48" name="Right Arrow 47"/>
            <p:cNvSpPr/>
            <p:nvPr/>
          </p:nvSpPr>
          <p:spPr>
            <a:xfrm>
              <a:off x="3980330" y="730625"/>
              <a:ext cx="152400" cy="76200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/>
          <p:cNvSpPr/>
          <p:nvPr/>
        </p:nvSpPr>
        <p:spPr>
          <a:xfrm>
            <a:off x="152400" y="838200"/>
            <a:ext cx="304800" cy="243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194088" y="914400"/>
            <a:ext cx="228600" cy="2286000"/>
            <a:chOff x="1981200" y="1676400"/>
            <a:chExt cx="228600" cy="2286000"/>
          </a:xfrm>
        </p:grpSpPr>
        <p:sp>
          <p:nvSpPr>
            <p:cNvPr id="5" name="Plus 4"/>
            <p:cNvSpPr/>
            <p:nvPr/>
          </p:nvSpPr>
          <p:spPr>
            <a:xfrm>
              <a:off x="1981200" y="16764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lus 5"/>
            <p:cNvSpPr/>
            <p:nvPr/>
          </p:nvSpPr>
          <p:spPr>
            <a:xfrm>
              <a:off x="1981200" y="19050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Plus 6"/>
            <p:cNvSpPr/>
            <p:nvPr/>
          </p:nvSpPr>
          <p:spPr>
            <a:xfrm>
              <a:off x="1981200" y="21336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Plus 7"/>
            <p:cNvSpPr/>
            <p:nvPr/>
          </p:nvSpPr>
          <p:spPr>
            <a:xfrm>
              <a:off x="1981200" y="23622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lus 8"/>
            <p:cNvSpPr/>
            <p:nvPr/>
          </p:nvSpPr>
          <p:spPr>
            <a:xfrm>
              <a:off x="1981200" y="25908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lus 9"/>
            <p:cNvSpPr/>
            <p:nvPr/>
          </p:nvSpPr>
          <p:spPr>
            <a:xfrm>
              <a:off x="1981200" y="28194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lus 10"/>
            <p:cNvSpPr/>
            <p:nvPr/>
          </p:nvSpPr>
          <p:spPr>
            <a:xfrm>
              <a:off x="1981200" y="30480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Plus 11"/>
            <p:cNvSpPr/>
            <p:nvPr/>
          </p:nvSpPr>
          <p:spPr>
            <a:xfrm>
              <a:off x="1981200" y="32766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lus 12"/>
            <p:cNvSpPr/>
            <p:nvPr/>
          </p:nvSpPr>
          <p:spPr>
            <a:xfrm>
              <a:off x="1981200" y="35052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lus 13"/>
            <p:cNvSpPr/>
            <p:nvPr/>
          </p:nvSpPr>
          <p:spPr>
            <a:xfrm>
              <a:off x="1981200" y="37338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Rectangle 76"/>
          <p:cNvSpPr/>
          <p:nvPr/>
        </p:nvSpPr>
        <p:spPr>
          <a:xfrm>
            <a:off x="4488180" y="838200"/>
            <a:ext cx="304800" cy="243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4495800" y="914400"/>
            <a:ext cx="304800" cy="2209800"/>
            <a:chOff x="6248400" y="1676400"/>
            <a:chExt cx="304800" cy="2209800"/>
          </a:xfrm>
        </p:grpSpPr>
        <p:sp>
          <p:nvSpPr>
            <p:cNvPr id="27" name="Minus 26"/>
            <p:cNvSpPr/>
            <p:nvPr/>
          </p:nvSpPr>
          <p:spPr>
            <a:xfrm>
              <a:off x="6248400" y="16764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inus 27"/>
            <p:cNvSpPr/>
            <p:nvPr/>
          </p:nvSpPr>
          <p:spPr>
            <a:xfrm>
              <a:off x="6248400" y="19050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Minus 29"/>
            <p:cNvSpPr/>
            <p:nvPr/>
          </p:nvSpPr>
          <p:spPr>
            <a:xfrm>
              <a:off x="6248400" y="21336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Minus 30"/>
            <p:cNvSpPr/>
            <p:nvPr/>
          </p:nvSpPr>
          <p:spPr>
            <a:xfrm>
              <a:off x="6248400" y="23622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Minus 31"/>
            <p:cNvSpPr/>
            <p:nvPr/>
          </p:nvSpPr>
          <p:spPr>
            <a:xfrm>
              <a:off x="6248400" y="25908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Minus 32"/>
            <p:cNvSpPr/>
            <p:nvPr/>
          </p:nvSpPr>
          <p:spPr>
            <a:xfrm>
              <a:off x="6248400" y="28194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Minus 33"/>
            <p:cNvSpPr/>
            <p:nvPr/>
          </p:nvSpPr>
          <p:spPr>
            <a:xfrm>
              <a:off x="6248400" y="30480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Minus 34"/>
            <p:cNvSpPr/>
            <p:nvPr/>
          </p:nvSpPr>
          <p:spPr>
            <a:xfrm>
              <a:off x="6248400" y="32766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Minus 35"/>
            <p:cNvSpPr/>
            <p:nvPr/>
          </p:nvSpPr>
          <p:spPr>
            <a:xfrm>
              <a:off x="6248400" y="35052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Minus 36"/>
            <p:cNvSpPr/>
            <p:nvPr/>
          </p:nvSpPr>
          <p:spPr>
            <a:xfrm>
              <a:off x="6248400" y="37338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 100"/>
          <p:cNvGrpSpPr/>
          <p:nvPr/>
        </p:nvGrpSpPr>
        <p:grpSpPr>
          <a:xfrm flipH="1">
            <a:off x="4191000" y="1066800"/>
            <a:ext cx="198120" cy="1981200"/>
            <a:chOff x="1981200" y="1676400"/>
            <a:chExt cx="228600" cy="2286000"/>
          </a:xfrm>
        </p:grpSpPr>
        <p:sp>
          <p:nvSpPr>
            <p:cNvPr id="102" name="Plus 101"/>
            <p:cNvSpPr/>
            <p:nvPr/>
          </p:nvSpPr>
          <p:spPr>
            <a:xfrm>
              <a:off x="1981200" y="16764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Plus 102"/>
            <p:cNvSpPr/>
            <p:nvPr/>
          </p:nvSpPr>
          <p:spPr>
            <a:xfrm>
              <a:off x="1981200" y="19050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Plus 103"/>
            <p:cNvSpPr/>
            <p:nvPr/>
          </p:nvSpPr>
          <p:spPr>
            <a:xfrm>
              <a:off x="1981200" y="21336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Plus 104"/>
            <p:cNvSpPr/>
            <p:nvPr/>
          </p:nvSpPr>
          <p:spPr>
            <a:xfrm>
              <a:off x="1981200" y="23622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Plus 105"/>
            <p:cNvSpPr/>
            <p:nvPr/>
          </p:nvSpPr>
          <p:spPr>
            <a:xfrm>
              <a:off x="1981200" y="25908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Plus 106"/>
            <p:cNvSpPr/>
            <p:nvPr/>
          </p:nvSpPr>
          <p:spPr>
            <a:xfrm>
              <a:off x="1981200" y="28194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Plus 107"/>
            <p:cNvSpPr/>
            <p:nvPr/>
          </p:nvSpPr>
          <p:spPr>
            <a:xfrm>
              <a:off x="1981200" y="30480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Plus 108"/>
            <p:cNvSpPr/>
            <p:nvPr/>
          </p:nvSpPr>
          <p:spPr>
            <a:xfrm>
              <a:off x="1981200" y="32766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Plus 109"/>
            <p:cNvSpPr/>
            <p:nvPr/>
          </p:nvSpPr>
          <p:spPr>
            <a:xfrm>
              <a:off x="1981200" y="35052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Plus 110"/>
            <p:cNvSpPr/>
            <p:nvPr/>
          </p:nvSpPr>
          <p:spPr>
            <a:xfrm>
              <a:off x="1981200" y="37338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575446" y="1066800"/>
            <a:ext cx="262760" cy="1905000"/>
            <a:chOff x="6248400" y="1676400"/>
            <a:chExt cx="304800" cy="2209800"/>
          </a:xfrm>
        </p:grpSpPr>
        <p:sp>
          <p:nvSpPr>
            <p:cNvPr id="125" name="Minus 124"/>
            <p:cNvSpPr/>
            <p:nvPr/>
          </p:nvSpPr>
          <p:spPr>
            <a:xfrm>
              <a:off x="6248400" y="16764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Minus 125"/>
            <p:cNvSpPr/>
            <p:nvPr/>
          </p:nvSpPr>
          <p:spPr>
            <a:xfrm>
              <a:off x="6248400" y="19050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Minus 126"/>
            <p:cNvSpPr/>
            <p:nvPr/>
          </p:nvSpPr>
          <p:spPr>
            <a:xfrm>
              <a:off x="6248400" y="21336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Minus 127"/>
            <p:cNvSpPr/>
            <p:nvPr/>
          </p:nvSpPr>
          <p:spPr>
            <a:xfrm>
              <a:off x="6248400" y="23622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Minus 128"/>
            <p:cNvSpPr/>
            <p:nvPr/>
          </p:nvSpPr>
          <p:spPr>
            <a:xfrm>
              <a:off x="6248400" y="25908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Minus 129"/>
            <p:cNvSpPr/>
            <p:nvPr/>
          </p:nvSpPr>
          <p:spPr>
            <a:xfrm>
              <a:off x="6248400" y="28194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inus 130"/>
            <p:cNvSpPr/>
            <p:nvPr/>
          </p:nvSpPr>
          <p:spPr>
            <a:xfrm>
              <a:off x="6248400" y="30480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Minus 131"/>
            <p:cNvSpPr/>
            <p:nvPr/>
          </p:nvSpPr>
          <p:spPr>
            <a:xfrm>
              <a:off x="6248400" y="32766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Minus 132"/>
            <p:cNvSpPr/>
            <p:nvPr/>
          </p:nvSpPr>
          <p:spPr>
            <a:xfrm>
              <a:off x="6248400" y="35052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Minus 133"/>
            <p:cNvSpPr/>
            <p:nvPr/>
          </p:nvSpPr>
          <p:spPr>
            <a:xfrm>
              <a:off x="6248400" y="37338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9" name="Notched Right Arrow 138"/>
          <p:cNvSpPr/>
          <p:nvPr/>
        </p:nvSpPr>
        <p:spPr>
          <a:xfrm flipH="1">
            <a:off x="990600" y="2971800"/>
            <a:ext cx="3124200" cy="152400"/>
          </a:xfrm>
          <a:prstGeom prst="notched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grpSp>
        <p:nvGrpSpPr>
          <p:cNvPr id="140" name="Group 139"/>
          <p:cNvGrpSpPr/>
          <p:nvPr/>
        </p:nvGrpSpPr>
        <p:grpSpPr>
          <a:xfrm>
            <a:off x="2209800" y="2586335"/>
            <a:ext cx="654666" cy="461665"/>
            <a:chOff x="3886188" y="685799"/>
            <a:chExt cx="654665" cy="461663"/>
          </a:xfrm>
        </p:grpSpPr>
        <p:sp>
          <p:nvSpPr>
            <p:cNvPr id="141" name="TextBox 140"/>
            <p:cNvSpPr txBox="1"/>
            <p:nvPr/>
          </p:nvSpPr>
          <p:spPr>
            <a:xfrm>
              <a:off x="3886188" y="685799"/>
              <a:ext cx="654665" cy="461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/>
                <a:t>E</a:t>
              </a:r>
              <a:r>
                <a:rPr lang="en-US" sz="2400" b="1" baseline="-25000" dirty="0" err="1"/>
                <a:t>dep</a:t>
              </a:r>
              <a:endParaRPr lang="en-US" sz="2400" b="1" baseline="-25000" dirty="0"/>
            </a:p>
          </p:txBody>
        </p:sp>
        <p:sp>
          <p:nvSpPr>
            <p:cNvPr id="142" name="Right Arrow 141"/>
            <p:cNvSpPr/>
            <p:nvPr/>
          </p:nvSpPr>
          <p:spPr>
            <a:xfrm>
              <a:off x="3980330" y="730625"/>
              <a:ext cx="152400" cy="76200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3" name="Oval 142"/>
          <p:cNvSpPr/>
          <p:nvPr/>
        </p:nvSpPr>
        <p:spPr>
          <a:xfrm>
            <a:off x="1828800" y="1409700"/>
            <a:ext cx="1143000" cy="1143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Minus 144"/>
          <p:cNvSpPr/>
          <p:nvPr/>
        </p:nvSpPr>
        <p:spPr>
          <a:xfrm>
            <a:off x="2861440" y="1485900"/>
            <a:ext cx="262760" cy="131379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Minus 154"/>
          <p:cNvSpPr/>
          <p:nvPr/>
        </p:nvSpPr>
        <p:spPr>
          <a:xfrm>
            <a:off x="2971800" y="1735521"/>
            <a:ext cx="262760" cy="131379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Minus 155"/>
          <p:cNvSpPr/>
          <p:nvPr/>
        </p:nvSpPr>
        <p:spPr>
          <a:xfrm>
            <a:off x="2971800" y="2040321"/>
            <a:ext cx="262760" cy="131379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Minus 156"/>
          <p:cNvSpPr/>
          <p:nvPr/>
        </p:nvSpPr>
        <p:spPr>
          <a:xfrm>
            <a:off x="2819400" y="2400300"/>
            <a:ext cx="262760" cy="131379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sp>
        <p:nvSpPr>
          <p:cNvPr id="162" name="Plus 161"/>
          <p:cNvSpPr/>
          <p:nvPr/>
        </p:nvSpPr>
        <p:spPr>
          <a:xfrm flipH="1">
            <a:off x="1783080" y="1409700"/>
            <a:ext cx="198120" cy="19812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Plus 169"/>
          <p:cNvSpPr/>
          <p:nvPr/>
        </p:nvSpPr>
        <p:spPr>
          <a:xfrm flipH="1">
            <a:off x="1600200" y="1714500"/>
            <a:ext cx="198120" cy="19812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Plus 170"/>
          <p:cNvSpPr/>
          <p:nvPr/>
        </p:nvSpPr>
        <p:spPr>
          <a:xfrm flipH="1">
            <a:off x="1600200" y="2019300"/>
            <a:ext cx="198120" cy="19812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Plus 171"/>
          <p:cNvSpPr/>
          <p:nvPr/>
        </p:nvSpPr>
        <p:spPr>
          <a:xfrm flipH="1">
            <a:off x="1783080" y="2354580"/>
            <a:ext cx="198120" cy="19812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/>
          <p:cNvSpPr txBox="1"/>
          <p:nvPr/>
        </p:nvSpPr>
        <p:spPr>
          <a:xfrm>
            <a:off x="2209800" y="853440"/>
            <a:ext cx="430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</a:t>
            </a:r>
            <a:r>
              <a:rPr lang="en-US" sz="2400" b="1" baseline="-25000" dirty="0"/>
              <a:t>S</a:t>
            </a:r>
          </a:p>
        </p:txBody>
      </p:sp>
      <p:sp>
        <p:nvSpPr>
          <p:cNvPr id="175" name="Notched Right Arrow 174"/>
          <p:cNvSpPr/>
          <p:nvPr/>
        </p:nvSpPr>
        <p:spPr>
          <a:xfrm>
            <a:off x="2057400" y="1219200"/>
            <a:ext cx="685800" cy="152400"/>
          </a:xfrm>
          <a:prstGeom prst="notched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grpSp>
        <p:nvGrpSpPr>
          <p:cNvPr id="268" name="Group 267"/>
          <p:cNvGrpSpPr/>
          <p:nvPr/>
        </p:nvGrpSpPr>
        <p:grpSpPr>
          <a:xfrm rot="5400000">
            <a:off x="2051305" y="1553270"/>
            <a:ext cx="707136" cy="847029"/>
            <a:chOff x="2051305" y="1515170"/>
            <a:chExt cx="707136" cy="847029"/>
          </a:xfrm>
        </p:grpSpPr>
        <p:sp>
          <p:nvSpPr>
            <p:cNvPr id="176" name="Minus 175"/>
            <p:cNvSpPr/>
            <p:nvPr/>
          </p:nvSpPr>
          <p:spPr>
            <a:xfrm>
              <a:off x="2148841" y="1524000"/>
              <a:ext cx="152400" cy="110358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Plus 176"/>
            <p:cNvSpPr/>
            <p:nvPr/>
          </p:nvSpPr>
          <p:spPr>
            <a:xfrm flipH="1">
              <a:off x="2051305" y="1515170"/>
              <a:ext cx="121920" cy="12192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4" name="Group 183"/>
            <p:cNvGrpSpPr/>
            <p:nvPr/>
          </p:nvGrpSpPr>
          <p:grpSpPr>
            <a:xfrm rot="10800000">
              <a:off x="2051305" y="1667570"/>
              <a:ext cx="249936" cy="121920"/>
              <a:chOff x="2188464" y="1840992"/>
              <a:chExt cx="249936" cy="121920"/>
            </a:xfrm>
          </p:grpSpPr>
          <p:sp>
            <p:nvSpPr>
              <p:cNvPr id="178" name="Minus 177"/>
              <p:cNvSpPr/>
              <p:nvPr/>
            </p:nvSpPr>
            <p:spPr>
              <a:xfrm>
                <a:off x="2286000" y="1849822"/>
                <a:ext cx="152400" cy="110358"/>
              </a:xfrm>
              <a:prstGeom prst="mathMin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Plus 178"/>
              <p:cNvSpPr/>
              <p:nvPr/>
            </p:nvSpPr>
            <p:spPr>
              <a:xfrm flipH="1">
                <a:off x="2188464" y="1840992"/>
                <a:ext cx="121920" cy="121920"/>
              </a:xfrm>
              <a:prstGeom prst="mathPl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5" name="Minus 184"/>
            <p:cNvSpPr/>
            <p:nvPr/>
          </p:nvSpPr>
          <p:spPr>
            <a:xfrm>
              <a:off x="2148841" y="1791909"/>
              <a:ext cx="152400" cy="110358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Plus 185"/>
            <p:cNvSpPr/>
            <p:nvPr/>
          </p:nvSpPr>
          <p:spPr>
            <a:xfrm flipH="1">
              <a:off x="2051305" y="1783079"/>
              <a:ext cx="121920" cy="12192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7" name="Group 186"/>
            <p:cNvGrpSpPr/>
            <p:nvPr/>
          </p:nvGrpSpPr>
          <p:grpSpPr>
            <a:xfrm rot="10800000">
              <a:off x="2051305" y="1935479"/>
              <a:ext cx="249936" cy="121920"/>
              <a:chOff x="2188464" y="1840992"/>
              <a:chExt cx="249936" cy="121920"/>
            </a:xfrm>
          </p:grpSpPr>
          <p:sp>
            <p:nvSpPr>
              <p:cNvPr id="188" name="Minus 187"/>
              <p:cNvSpPr/>
              <p:nvPr/>
            </p:nvSpPr>
            <p:spPr>
              <a:xfrm>
                <a:off x="2286000" y="1849822"/>
                <a:ext cx="152400" cy="110358"/>
              </a:xfrm>
              <a:prstGeom prst="mathMin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Plus 188"/>
              <p:cNvSpPr/>
              <p:nvPr/>
            </p:nvSpPr>
            <p:spPr>
              <a:xfrm flipH="1">
                <a:off x="2188464" y="1840992"/>
                <a:ext cx="121920" cy="121920"/>
              </a:xfrm>
              <a:prstGeom prst="mathPl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0" name="Minus 189"/>
            <p:cNvSpPr/>
            <p:nvPr/>
          </p:nvSpPr>
          <p:spPr>
            <a:xfrm>
              <a:off x="2377441" y="1532830"/>
              <a:ext cx="152400" cy="110358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Plus 190"/>
            <p:cNvSpPr/>
            <p:nvPr/>
          </p:nvSpPr>
          <p:spPr>
            <a:xfrm flipH="1">
              <a:off x="2279905" y="1524000"/>
              <a:ext cx="121920" cy="12192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2" name="Group 191"/>
            <p:cNvGrpSpPr/>
            <p:nvPr/>
          </p:nvGrpSpPr>
          <p:grpSpPr>
            <a:xfrm rot="10800000">
              <a:off x="2279905" y="1676400"/>
              <a:ext cx="249936" cy="121920"/>
              <a:chOff x="2188464" y="1840992"/>
              <a:chExt cx="249936" cy="121920"/>
            </a:xfrm>
          </p:grpSpPr>
          <p:sp>
            <p:nvSpPr>
              <p:cNvPr id="193" name="Minus 192"/>
              <p:cNvSpPr/>
              <p:nvPr/>
            </p:nvSpPr>
            <p:spPr>
              <a:xfrm>
                <a:off x="2286000" y="1849822"/>
                <a:ext cx="152400" cy="110358"/>
              </a:xfrm>
              <a:prstGeom prst="mathMin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Plus 193"/>
              <p:cNvSpPr/>
              <p:nvPr/>
            </p:nvSpPr>
            <p:spPr>
              <a:xfrm flipH="1">
                <a:off x="2188464" y="1840992"/>
                <a:ext cx="121920" cy="121920"/>
              </a:xfrm>
              <a:prstGeom prst="mathPl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5" name="Minus 194"/>
            <p:cNvSpPr/>
            <p:nvPr/>
          </p:nvSpPr>
          <p:spPr>
            <a:xfrm>
              <a:off x="2377441" y="1800739"/>
              <a:ext cx="152400" cy="110358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Plus 195"/>
            <p:cNvSpPr/>
            <p:nvPr/>
          </p:nvSpPr>
          <p:spPr>
            <a:xfrm flipH="1">
              <a:off x="2279905" y="1791909"/>
              <a:ext cx="121920" cy="12192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7" name="Group 196"/>
            <p:cNvGrpSpPr/>
            <p:nvPr/>
          </p:nvGrpSpPr>
          <p:grpSpPr>
            <a:xfrm rot="10800000">
              <a:off x="2279905" y="1944309"/>
              <a:ext cx="249936" cy="121920"/>
              <a:chOff x="2188464" y="1840992"/>
              <a:chExt cx="249936" cy="121920"/>
            </a:xfrm>
          </p:grpSpPr>
          <p:sp>
            <p:nvSpPr>
              <p:cNvPr id="198" name="Minus 197"/>
              <p:cNvSpPr/>
              <p:nvPr/>
            </p:nvSpPr>
            <p:spPr>
              <a:xfrm>
                <a:off x="2286000" y="1849822"/>
                <a:ext cx="152400" cy="110358"/>
              </a:xfrm>
              <a:prstGeom prst="mathMin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Plus 198"/>
              <p:cNvSpPr/>
              <p:nvPr/>
            </p:nvSpPr>
            <p:spPr>
              <a:xfrm flipH="1">
                <a:off x="2188464" y="1840992"/>
                <a:ext cx="121920" cy="121920"/>
              </a:xfrm>
              <a:prstGeom prst="mathPl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0" name="Minus 219"/>
            <p:cNvSpPr/>
            <p:nvPr/>
          </p:nvSpPr>
          <p:spPr>
            <a:xfrm>
              <a:off x="2148841" y="2087879"/>
              <a:ext cx="152400" cy="110358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Plus 220"/>
            <p:cNvSpPr/>
            <p:nvPr/>
          </p:nvSpPr>
          <p:spPr>
            <a:xfrm flipH="1">
              <a:off x="2051305" y="2079049"/>
              <a:ext cx="121920" cy="12192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2" name="Group 221"/>
            <p:cNvGrpSpPr/>
            <p:nvPr/>
          </p:nvGrpSpPr>
          <p:grpSpPr>
            <a:xfrm rot="10800000">
              <a:off x="2051305" y="2231449"/>
              <a:ext cx="249936" cy="121920"/>
              <a:chOff x="2188464" y="1840992"/>
              <a:chExt cx="249936" cy="121920"/>
            </a:xfrm>
          </p:grpSpPr>
          <p:sp>
            <p:nvSpPr>
              <p:cNvPr id="223" name="Minus 222"/>
              <p:cNvSpPr/>
              <p:nvPr/>
            </p:nvSpPr>
            <p:spPr>
              <a:xfrm>
                <a:off x="2286000" y="1849822"/>
                <a:ext cx="152400" cy="110358"/>
              </a:xfrm>
              <a:prstGeom prst="mathMin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Plus 223"/>
              <p:cNvSpPr/>
              <p:nvPr/>
            </p:nvSpPr>
            <p:spPr>
              <a:xfrm flipH="1">
                <a:off x="2188464" y="1840992"/>
                <a:ext cx="121920" cy="121920"/>
              </a:xfrm>
              <a:prstGeom prst="mathPl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5" name="Minus 224"/>
            <p:cNvSpPr/>
            <p:nvPr/>
          </p:nvSpPr>
          <p:spPr>
            <a:xfrm>
              <a:off x="2377441" y="2096709"/>
              <a:ext cx="152400" cy="110358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Plus 225"/>
            <p:cNvSpPr/>
            <p:nvPr/>
          </p:nvSpPr>
          <p:spPr>
            <a:xfrm flipH="1">
              <a:off x="2279905" y="2087879"/>
              <a:ext cx="121920" cy="12192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7" name="Group 226"/>
            <p:cNvGrpSpPr/>
            <p:nvPr/>
          </p:nvGrpSpPr>
          <p:grpSpPr>
            <a:xfrm rot="10800000">
              <a:off x="2279905" y="2240279"/>
              <a:ext cx="249936" cy="121920"/>
              <a:chOff x="2188464" y="1840992"/>
              <a:chExt cx="249936" cy="121920"/>
            </a:xfrm>
          </p:grpSpPr>
          <p:sp>
            <p:nvSpPr>
              <p:cNvPr id="228" name="Minus 227"/>
              <p:cNvSpPr/>
              <p:nvPr/>
            </p:nvSpPr>
            <p:spPr>
              <a:xfrm>
                <a:off x="2286000" y="1849822"/>
                <a:ext cx="152400" cy="110358"/>
              </a:xfrm>
              <a:prstGeom prst="mathMin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Plus 228"/>
              <p:cNvSpPr/>
              <p:nvPr/>
            </p:nvSpPr>
            <p:spPr>
              <a:xfrm flipH="1">
                <a:off x="2188464" y="1840992"/>
                <a:ext cx="121920" cy="121920"/>
              </a:xfrm>
              <a:prstGeom prst="mathPl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3" name="Minus 252"/>
            <p:cNvSpPr/>
            <p:nvPr/>
          </p:nvSpPr>
          <p:spPr>
            <a:xfrm>
              <a:off x="2606041" y="1532830"/>
              <a:ext cx="152400" cy="110358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Plus 253"/>
            <p:cNvSpPr/>
            <p:nvPr/>
          </p:nvSpPr>
          <p:spPr>
            <a:xfrm flipH="1">
              <a:off x="2508505" y="1524000"/>
              <a:ext cx="121920" cy="12192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5" name="Group 254"/>
            <p:cNvGrpSpPr/>
            <p:nvPr/>
          </p:nvGrpSpPr>
          <p:grpSpPr>
            <a:xfrm rot="10800000">
              <a:off x="2508505" y="1676400"/>
              <a:ext cx="249936" cy="121920"/>
              <a:chOff x="2188464" y="1840992"/>
              <a:chExt cx="249936" cy="121920"/>
            </a:xfrm>
          </p:grpSpPr>
          <p:sp>
            <p:nvSpPr>
              <p:cNvPr id="256" name="Minus 255"/>
              <p:cNvSpPr/>
              <p:nvPr/>
            </p:nvSpPr>
            <p:spPr>
              <a:xfrm>
                <a:off x="2286000" y="1849822"/>
                <a:ext cx="152400" cy="110358"/>
              </a:xfrm>
              <a:prstGeom prst="mathMin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" name="Plus 256"/>
              <p:cNvSpPr/>
              <p:nvPr/>
            </p:nvSpPr>
            <p:spPr>
              <a:xfrm flipH="1">
                <a:off x="2188464" y="1840992"/>
                <a:ext cx="121920" cy="121920"/>
              </a:xfrm>
              <a:prstGeom prst="mathPl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8" name="Minus 257"/>
            <p:cNvSpPr/>
            <p:nvPr/>
          </p:nvSpPr>
          <p:spPr>
            <a:xfrm>
              <a:off x="2606041" y="1800739"/>
              <a:ext cx="152400" cy="110358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Plus 258"/>
            <p:cNvSpPr/>
            <p:nvPr/>
          </p:nvSpPr>
          <p:spPr>
            <a:xfrm flipH="1">
              <a:off x="2508505" y="1791909"/>
              <a:ext cx="121920" cy="12192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0" name="Group 259"/>
            <p:cNvGrpSpPr/>
            <p:nvPr/>
          </p:nvGrpSpPr>
          <p:grpSpPr>
            <a:xfrm rot="10800000">
              <a:off x="2508505" y="1944309"/>
              <a:ext cx="249936" cy="121920"/>
              <a:chOff x="2188464" y="1840992"/>
              <a:chExt cx="249936" cy="121920"/>
            </a:xfrm>
          </p:grpSpPr>
          <p:sp>
            <p:nvSpPr>
              <p:cNvPr id="261" name="Minus 260"/>
              <p:cNvSpPr/>
              <p:nvPr/>
            </p:nvSpPr>
            <p:spPr>
              <a:xfrm>
                <a:off x="2286000" y="1849822"/>
                <a:ext cx="152400" cy="110358"/>
              </a:xfrm>
              <a:prstGeom prst="mathMin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Plus 261"/>
              <p:cNvSpPr/>
              <p:nvPr/>
            </p:nvSpPr>
            <p:spPr>
              <a:xfrm flipH="1">
                <a:off x="2188464" y="1840992"/>
                <a:ext cx="121920" cy="121920"/>
              </a:xfrm>
              <a:prstGeom prst="mathPl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3" name="Minus 262"/>
            <p:cNvSpPr/>
            <p:nvPr/>
          </p:nvSpPr>
          <p:spPr>
            <a:xfrm>
              <a:off x="2606041" y="2096709"/>
              <a:ext cx="152400" cy="110358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Plus 263"/>
            <p:cNvSpPr/>
            <p:nvPr/>
          </p:nvSpPr>
          <p:spPr>
            <a:xfrm flipH="1">
              <a:off x="2508505" y="2087879"/>
              <a:ext cx="121920" cy="12192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5" name="Group 264"/>
            <p:cNvGrpSpPr/>
            <p:nvPr/>
          </p:nvGrpSpPr>
          <p:grpSpPr>
            <a:xfrm rot="10800000">
              <a:off x="2508505" y="2240279"/>
              <a:ext cx="249936" cy="121920"/>
              <a:chOff x="2188464" y="1840992"/>
              <a:chExt cx="249936" cy="121920"/>
            </a:xfrm>
          </p:grpSpPr>
          <p:sp>
            <p:nvSpPr>
              <p:cNvPr id="266" name="Minus 265"/>
              <p:cNvSpPr/>
              <p:nvPr/>
            </p:nvSpPr>
            <p:spPr>
              <a:xfrm>
                <a:off x="2286000" y="1849822"/>
                <a:ext cx="152400" cy="110358"/>
              </a:xfrm>
              <a:prstGeom prst="mathMin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Plus 266"/>
              <p:cNvSpPr/>
              <p:nvPr/>
            </p:nvSpPr>
            <p:spPr>
              <a:xfrm flipH="1">
                <a:off x="2188464" y="1840992"/>
                <a:ext cx="121920" cy="121920"/>
              </a:xfrm>
              <a:prstGeom prst="mathPlus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69" name="TextBox 268"/>
          <p:cNvSpPr txBox="1"/>
          <p:nvPr/>
        </p:nvSpPr>
        <p:spPr>
          <a:xfrm>
            <a:off x="2185416" y="2252543"/>
            <a:ext cx="459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 smtClean="0"/>
              <a:t>E</a:t>
            </a:r>
            <a:r>
              <a:rPr lang="en-US" sz="1400" b="1" baseline="-25000" dirty="0" err="1" smtClean="0"/>
              <a:t>dep</a:t>
            </a:r>
            <a:endParaRPr lang="en-US" sz="1400" b="1" baseline="-2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Notched Right Arrow 45"/>
          <p:cNvSpPr/>
          <p:nvPr/>
        </p:nvSpPr>
        <p:spPr>
          <a:xfrm>
            <a:off x="1143000" y="1371600"/>
            <a:ext cx="3352800" cy="228600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grpSp>
        <p:nvGrpSpPr>
          <p:cNvPr id="2" name="Group 48"/>
          <p:cNvGrpSpPr/>
          <p:nvPr/>
        </p:nvGrpSpPr>
        <p:grpSpPr>
          <a:xfrm>
            <a:off x="2636452" y="1062335"/>
            <a:ext cx="335348" cy="461665"/>
            <a:chOff x="3886200" y="685800"/>
            <a:chExt cx="335346" cy="461662"/>
          </a:xfrm>
        </p:grpSpPr>
        <p:sp>
          <p:nvSpPr>
            <p:cNvPr id="47" name="TextBox 46"/>
            <p:cNvSpPr txBox="1"/>
            <p:nvPr/>
          </p:nvSpPr>
          <p:spPr>
            <a:xfrm>
              <a:off x="3886200" y="685800"/>
              <a:ext cx="335346" cy="461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</a:t>
              </a:r>
            </a:p>
          </p:txBody>
        </p:sp>
        <p:sp>
          <p:nvSpPr>
            <p:cNvPr id="48" name="Right Arrow 47"/>
            <p:cNvSpPr/>
            <p:nvPr/>
          </p:nvSpPr>
          <p:spPr>
            <a:xfrm>
              <a:off x="3980330" y="730625"/>
              <a:ext cx="152400" cy="76200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/>
          <p:cNvSpPr/>
          <p:nvPr/>
        </p:nvSpPr>
        <p:spPr>
          <a:xfrm>
            <a:off x="533400" y="838200"/>
            <a:ext cx="304800" cy="243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grpSp>
        <p:nvGrpSpPr>
          <p:cNvPr id="3" name="Group 43"/>
          <p:cNvGrpSpPr/>
          <p:nvPr/>
        </p:nvGrpSpPr>
        <p:grpSpPr>
          <a:xfrm>
            <a:off x="575088" y="914400"/>
            <a:ext cx="228600" cy="2286000"/>
            <a:chOff x="1981200" y="1676400"/>
            <a:chExt cx="228600" cy="2286000"/>
          </a:xfrm>
        </p:grpSpPr>
        <p:sp>
          <p:nvSpPr>
            <p:cNvPr id="5" name="Plus 4"/>
            <p:cNvSpPr/>
            <p:nvPr/>
          </p:nvSpPr>
          <p:spPr>
            <a:xfrm>
              <a:off x="1981200" y="16764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lus 5"/>
            <p:cNvSpPr/>
            <p:nvPr/>
          </p:nvSpPr>
          <p:spPr>
            <a:xfrm>
              <a:off x="1981200" y="19050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Plus 6"/>
            <p:cNvSpPr/>
            <p:nvPr/>
          </p:nvSpPr>
          <p:spPr>
            <a:xfrm>
              <a:off x="1981200" y="21336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Plus 7"/>
            <p:cNvSpPr/>
            <p:nvPr/>
          </p:nvSpPr>
          <p:spPr>
            <a:xfrm>
              <a:off x="1981200" y="23622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lus 8"/>
            <p:cNvSpPr/>
            <p:nvPr/>
          </p:nvSpPr>
          <p:spPr>
            <a:xfrm>
              <a:off x="1981200" y="25908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lus 9"/>
            <p:cNvSpPr/>
            <p:nvPr/>
          </p:nvSpPr>
          <p:spPr>
            <a:xfrm>
              <a:off x="1981200" y="28194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lus 10"/>
            <p:cNvSpPr/>
            <p:nvPr/>
          </p:nvSpPr>
          <p:spPr>
            <a:xfrm>
              <a:off x="1981200" y="30480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Plus 11"/>
            <p:cNvSpPr/>
            <p:nvPr/>
          </p:nvSpPr>
          <p:spPr>
            <a:xfrm>
              <a:off x="1981200" y="32766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lus 12"/>
            <p:cNvSpPr/>
            <p:nvPr/>
          </p:nvSpPr>
          <p:spPr>
            <a:xfrm>
              <a:off x="1981200" y="35052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lus 13"/>
            <p:cNvSpPr/>
            <p:nvPr/>
          </p:nvSpPr>
          <p:spPr>
            <a:xfrm>
              <a:off x="1981200" y="37338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Rectangle 76"/>
          <p:cNvSpPr/>
          <p:nvPr/>
        </p:nvSpPr>
        <p:spPr>
          <a:xfrm>
            <a:off x="4869180" y="838200"/>
            <a:ext cx="304800" cy="243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grpSp>
        <p:nvGrpSpPr>
          <p:cNvPr id="15" name="Group 44"/>
          <p:cNvGrpSpPr/>
          <p:nvPr/>
        </p:nvGrpSpPr>
        <p:grpSpPr>
          <a:xfrm>
            <a:off x="4876800" y="914400"/>
            <a:ext cx="304800" cy="2209800"/>
            <a:chOff x="6248400" y="1676400"/>
            <a:chExt cx="304800" cy="2209800"/>
          </a:xfrm>
        </p:grpSpPr>
        <p:sp>
          <p:nvSpPr>
            <p:cNvPr id="27" name="Minus 26"/>
            <p:cNvSpPr/>
            <p:nvPr/>
          </p:nvSpPr>
          <p:spPr>
            <a:xfrm>
              <a:off x="6248400" y="16764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inus 27"/>
            <p:cNvSpPr/>
            <p:nvPr/>
          </p:nvSpPr>
          <p:spPr>
            <a:xfrm>
              <a:off x="6248400" y="19050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Minus 29"/>
            <p:cNvSpPr/>
            <p:nvPr/>
          </p:nvSpPr>
          <p:spPr>
            <a:xfrm>
              <a:off x="6248400" y="21336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Minus 30"/>
            <p:cNvSpPr/>
            <p:nvPr/>
          </p:nvSpPr>
          <p:spPr>
            <a:xfrm>
              <a:off x="6248400" y="23622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Minus 31"/>
            <p:cNvSpPr/>
            <p:nvPr/>
          </p:nvSpPr>
          <p:spPr>
            <a:xfrm>
              <a:off x="6248400" y="25908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Minus 32"/>
            <p:cNvSpPr/>
            <p:nvPr/>
          </p:nvSpPr>
          <p:spPr>
            <a:xfrm>
              <a:off x="6248400" y="28194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Minus 33"/>
            <p:cNvSpPr/>
            <p:nvPr/>
          </p:nvSpPr>
          <p:spPr>
            <a:xfrm>
              <a:off x="6248400" y="30480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Minus 34"/>
            <p:cNvSpPr/>
            <p:nvPr/>
          </p:nvSpPr>
          <p:spPr>
            <a:xfrm>
              <a:off x="6248400" y="32766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Minus 35"/>
            <p:cNvSpPr/>
            <p:nvPr/>
          </p:nvSpPr>
          <p:spPr>
            <a:xfrm>
              <a:off x="6248400" y="35052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Minus 36"/>
            <p:cNvSpPr/>
            <p:nvPr/>
          </p:nvSpPr>
          <p:spPr>
            <a:xfrm>
              <a:off x="6248400" y="37338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1" name="TextBox 160"/>
          <p:cNvSpPr txBox="1"/>
          <p:nvPr/>
        </p:nvSpPr>
        <p:spPr>
          <a:xfrm>
            <a:off x="2590800" y="4262735"/>
            <a:ext cx="367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V</a:t>
            </a:r>
            <a:endParaRPr lang="en-US" sz="2400" b="1" dirty="0"/>
          </a:p>
        </p:txBody>
      </p:sp>
      <p:sp>
        <p:nvSpPr>
          <p:cNvPr id="165" name="TextBox 164"/>
          <p:cNvSpPr txBox="1"/>
          <p:nvPr/>
        </p:nvSpPr>
        <p:spPr>
          <a:xfrm>
            <a:off x="381000" y="376535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+</a:t>
            </a:r>
            <a:r>
              <a:rPr lang="en-US" sz="2400" b="1" dirty="0" err="1" smtClean="0"/>
              <a:t>Q</a:t>
            </a:r>
            <a:r>
              <a:rPr lang="en-US" sz="2400" b="1" baseline="-25000" dirty="0" err="1" smtClean="0"/>
              <a:t>o</a:t>
            </a:r>
            <a:endParaRPr lang="en-US" sz="2400" b="1" baseline="-25000" dirty="0"/>
          </a:p>
        </p:txBody>
      </p:sp>
      <p:sp>
        <p:nvSpPr>
          <p:cNvPr id="166" name="TextBox 165"/>
          <p:cNvSpPr txBox="1"/>
          <p:nvPr/>
        </p:nvSpPr>
        <p:spPr>
          <a:xfrm>
            <a:off x="4724400" y="381000"/>
            <a:ext cx="6014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-</a:t>
            </a:r>
            <a:r>
              <a:rPr lang="en-US" sz="2400" b="1" dirty="0" err="1" smtClean="0"/>
              <a:t>Q</a:t>
            </a:r>
            <a:r>
              <a:rPr lang="en-US" sz="2400" b="1" baseline="-25000" dirty="0" err="1" smtClean="0"/>
              <a:t>o</a:t>
            </a:r>
            <a:endParaRPr lang="en-US" sz="2400" b="1" baseline="-25000" dirty="0" smtClean="0"/>
          </a:p>
          <a:p>
            <a:endParaRPr lang="en-US" sz="2400" b="1" dirty="0"/>
          </a:p>
        </p:txBody>
      </p:sp>
      <p:sp>
        <p:nvSpPr>
          <p:cNvPr id="167" name="TextBox 166"/>
          <p:cNvSpPr txBox="1"/>
          <p:nvPr/>
        </p:nvSpPr>
        <p:spPr>
          <a:xfrm>
            <a:off x="2590800" y="304800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C</a:t>
            </a:r>
            <a:r>
              <a:rPr lang="en-US" sz="2400" b="1" baseline="-25000" dirty="0" smtClean="0"/>
              <a:t>o</a:t>
            </a:r>
            <a:endParaRPr lang="en-US" sz="2400" b="1" baseline="-25000" dirty="0"/>
          </a:p>
        </p:txBody>
      </p:sp>
      <p:grpSp>
        <p:nvGrpSpPr>
          <p:cNvPr id="169" name="Group 168"/>
          <p:cNvGrpSpPr/>
          <p:nvPr/>
        </p:nvGrpSpPr>
        <p:grpSpPr>
          <a:xfrm>
            <a:off x="228600" y="2057400"/>
            <a:ext cx="5257800" cy="2228195"/>
            <a:chOff x="228600" y="2057400"/>
            <a:chExt cx="5257800" cy="2228195"/>
          </a:xfrm>
        </p:grpSpPr>
        <p:cxnSp>
          <p:nvCxnSpPr>
            <p:cNvPr id="174" name="Straight Connector 173"/>
            <p:cNvCxnSpPr/>
            <p:nvPr/>
          </p:nvCxnSpPr>
          <p:spPr>
            <a:xfrm>
              <a:off x="5173980" y="2057400"/>
              <a:ext cx="31242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>
              <a:off x="228600" y="2057400"/>
              <a:ext cx="31242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247015" y="2057400"/>
              <a:ext cx="0" cy="1828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>
              <a:off x="228600" y="3867912"/>
              <a:ext cx="2438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>
              <a:off x="2819400" y="3867765"/>
              <a:ext cx="2667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>
              <a:off x="5467985" y="2057400"/>
              <a:ext cx="0" cy="1828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2667000" y="3371195"/>
              <a:ext cx="0" cy="914400"/>
            </a:xfrm>
            <a:prstGeom prst="line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2819400" y="3595985"/>
              <a:ext cx="0" cy="533400"/>
            </a:xfrm>
            <a:prstGeom prst="line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838200" y="838200"/>
            <a:ext cx="4038600" cy="2438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46" name="Notched Right Arrow 45"/>
          <p:cNvSpPr/>
          <p:nvPr/>
        </p:nvSpPr>
        <p:spPr>
          <a:xfrm>
            <a:off x="1143000" y="1371600"/>
            <a:ext cx="3352800" cy="228600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grpSp>
        <p:nvGrpSpPr>
          <p:cNvPr id="2" name="Group 48"/>
          <p:cNvGrpSpPr/>
          <p:nvPr/>
        </p:nvGrpSpPr>
        <p:grpSpPr>
          <a:xfrm>
            <a:off x="2636452" y="1062335"/>
            <a:ext cx="335348" cy="461665"/>
            <a:chOff x="3886200" y="685800"/>
            <a:chExt cx="335346" cy="461662"/>
          </a:xfrm>
        </p:grpSpPr>
        <p:sp>
          <p:nvSpPr>
            <p:cNvPr id="47" name="TextBox 46"/>
            <p:cNvSpPr txBox="1"/>
            <p:nvPr/>
          </p:nvSpPr>
          <p:spPr>
            <a:xfrm>
              <a:off x="3886200" y="685800"/>
              <a:ext cx="335346" cy="461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</a:t>
              </a:r>
            </a:p>
          </p:txBody>
        </p:sp>
        <p:sp>
          <p:nvSpPr>
            <p:cNvPr id="48" name="Right Arrow 47"/>
            <p:cNvSpPr/>
            <p:nvPr/>
          </p:nvSpPr>
          <p:spPr>
            <a:xfrm>
              <a:off x="3980330" y="730625"/>
              <a:ext cx="152400" cy="76200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/>
          <p:cNvSpPr/>
          <p:nvPr/>
        </p:nvSpPr>
        <p:spPr>
          <a:xfrm>
            <a:off x="533400" y="838200"/>
            <a:ext cx="304800" cy="243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grpSp>
        <p:nvGrpSpPr>
          <p:cNvPr id="3" name="Group 43"/>
          <p:cNvGrpSpPr/>
          <p:nvPr/>
        </p:nvGrpSpPr>
        <p:grpSpPr>
          <a:xfrm>
            <a:off x="575088" y="914400"/>
            <a:ext cx="228600" cy="2286000"/>
            <a:chOff x="1981200" y="1676400"/>
            <a:chExt cx="228600" cy="2286000"/>
          </a:xfrm>
        </p:grpSpPr>
        <p:sp>
          <p:nvSpPr>
            <p:cNvPr id="5" name="Plus 4"/>
            <p:cNvSpPr/>
            <p:nvPr/>
          </p:nvSpPr>
          <p:spPr>
            <a:xfrm>
              <a:off x="1981200" y="16764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lus 5"/>
            <p:cNvSpPr/>
            <p:nvPr/>
          </p:nvSpPr>
          <p:spPr>
            <a:xfrm>
              <a:off x="1981200" y="19050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Plus 6"/>
            <p:cNvSpPr/>
            <p:nvPr/>
          </p:nvSpPr>
          <p:spPr>
            <a:xfrm>
              <a:off x="1981200" y="21336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Plus 7"/>
            <p:cNvSpPr/>
            <p:nvPr/>
          </p:nvSpPr>
          <p:spPr>
            <a:xfrm>
              <a:off x="1981200" y="23622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lus 8"/>
            <p:cNvSpPr/>
            <p:nvPr/>
          </p:nvSpPr>
          <p:spPr>
            <a:xfrm>
              <a:off x="1981200" y="25908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lus 9"/>
            <p:cNvSpPr/>
            <p:nvPr/>
          </p:nvSpPr>
          <p:spPr>
            <a:xfrm>
              <a:off x="1981200" y="28194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lus 10"/>
            <p:cNvSpPr/>
            <p:nvPr/>
          </p:nvSpPr>
          <p:spPr>
            <a:xfrm>
              <a:off x="1981200" y="30480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Plus 11"/>
            <p:cNvSpPr/>
            <p:nvPr/>
          </p:nvSpPr>
          <p:spPr>
            <a:xfrm>
              <a:off x="1981200" y="32766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lus 12"/>
            <p:cNvSpPr/>
            <p:nvPr/>
          </p:nvSpPr>
          <p:spPr>
            <a:xfrm>
              <a:off x="1981200" y="35052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lus 13"/>
            <p:cNvSpPr/>
            <p:nvPr/>
          </p:nvSpPr>
          <p:spPr>
            <a:xfrm>
              <a:off x="1981200" y="3733800"/>
              <a:ext cx="228600" cy="2286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Rectangle 76"/>
          <p:cNvSpPr/>
          <p:nvPr/>
        </p:nvSpPr>
        <p:spPr>
          <a:xfrm>
            <a:off x="4869180" y="838200"/>
            <a:ext cx="304800" cy="243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grpSp>
        <p:nvGrpSpPr>
          <p:cNvPr id="4" name="Group 44"/>
          <p:cNvGrpSpPr/>
          <p:nvPr/>
        </p:nvGrpSpPr>
        <p:grpSpPr>
          <a:xfrm>
            <a:off x="4876800" y="914400"/>
            <a:ext cx="304800" cy="2209800"/>
            <a:chOff x="6248400" y="1676400"/>
            <a:chExt cx="304800" cy="2209800"/>
          </a:xfrm>
        </p:grpSpPr>
        <p:sp>
          <p:nvSpPr>
            <p:cNvPr id="27" name="Minus 26"/>
            <p:cNvSpPr/>
            <p:nvPr/>
          </p:nvSpPr>
          <p:spPr>
            <a:xfrm>
              <a:off x="6248400" y="16764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inus 27"/>
            <p:cNvSpPr/>
            <p:nvPr/>
          </p:nvSpPr>
          <p:spPr>
            <a:xfrm>
              <a:off x="6248400" y="19050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Minus 29"/>
            <p:cNvSpPr/>
            <p:nvPr/>
          </p:nvSpPr>
          <p:spPr>
            <a:xfrm>
              <a:off x="6248400" y="21336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Minus 30"/>
            <p:cNvSpPr/>
            <p:nvPr/>
          </p:nvSpPr>
          <p:spPr>
            <a:xfrm>
              <a:off x="6248400" y="23622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Minus 31"/>
            <p:cNvSpPr/>
            <p:nvPr/>
          </p:nvSpPr>
          <p:spPr>
            <a:xfrm>
              <a:off x="6248400" y="25908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Minus 32"/>
            <p:cNvSpPr/>
            <p:nvPr/>
          </p:nvSpPr>
          <p:spPr>
            <a:xfrm>
              <a:off x="6248400" y="28194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Minus 33"/>
            <p:cNvSpPr/>
            <p:nvPr/>
          </p:nvSpPr>
          <p:spPr>
            <a:xfrm>
              <a:off x="6248400" y="30480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Minus 34"/>
            <p:cNvSpPr/>
            <p:nvPr/>
          </p:nvSpPr>
          <p:spPr>
            <a:xfrm>
              <a:off x="6248400" y="32766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Minus 35"/>
            <p:cNvSpPr/>
            <p:nvPr/>
          </p:nvSpPr>
          <p:spPr>
            <a:xfrm>
              <a:off x="6248400" y="35052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Minus 36"/>
            <p:cNvSpPr/>
            <p:nvPr/>
          </p:nvSpPr>
          <p:spPr>
            <a:xfrm>
              <a:off x="6248400" y="3733800"/>
              <a:ext cx="3048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228600" y="2057400"/>
            <a:ext cx="5257800" cy="2228195"/>
            <a:chOff x="228600" y="2057400"/>
            <a:chExt cx="5257800" cy="2228195"/>
          </a:xfrm>
        </p:grpSpPr>
        <p:cxnSp>
          <p:nvCxnSpPr>
            <p:cNvPr id="120" name="Straight Connector 119"/>
            <p:cNvCxnSpPr>
              <a:stCxn id="77" idx="3"/>
            </p:cNvCxnSpPr>
            <p:nvPr/>
          </p:nvCxnSpPr>
          <p:spPr>
            <a:xfrm>
              <a:off x="5173980" y="2057400"/>
              <a:ext cx="31242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228600" y="2057400"/>
              <a:ext cx="31242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>
              <a:off x="247015" y="2057400"/>
              <a:ext cx="0" cy="1828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/>
          </p:nvCxnSpPr>
          <p:spPr>
            <a:xfrm>
              <a:off x="228600" y="3867912"/>
              <a:ext cx="2438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>
              <a:off x="2819400" y="3867765"/>
              <a:ext cx="2667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5467985" y="2057400"/>
              <a:ext cx="0" cy="1828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>
              <a:off x="2667000" y="3371195"/>
              <a:ext cx="0" cy="914400"/>
            </a:xfrm>
            <a:prstGeom prst="line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2819400" y="3595985"/>
              <a:ext cx="0" cy="533400"/>
            </a:xfrm>
            <a:prstGeom prst="line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TextBox 160"/>
          <p:cNvSpPr txBox="1"/>
          <p:nvPr/>
        </p:nvSpPr>
        <p:spPr>
          <a:xfrm>
            <a:off x="2590800" y="4262735"/>
            <a:ext cx="367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V</a:t>
            </a:r>
            <a:endParaRPr lang="en-US" sz="2400" b="1" dirty="0"/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3886200" y="4034135"/>
            <a:ext cx="1143000" cy="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287520" y="3988415"/>
            <a:ext cx="260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i</a:t>
            </a:r>
            <a:endParaRPr lang="en-US" sz="24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381000" y="376535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+</a:t>
            </a:r>
            <a:r>
              <a:rPr lang="en-US" sz="2400" b="1" dirty="0" err="1" smtClean="0"/>
              <a:t>Q</a:t>
            </a:r>
            <a:r>
              <a:rPr lang="en-US" sz="2400" b="1" baseline="-25000" dirty="0" err="1" smtClean="0"/>
              <a:t>o</a:t>
            </a:r>
            <a:endParaRPr lang="en-US" sz="2400" b="1" baseline="-25000" dirty="0"/>
          </a:p>
        </p:txBody>
      </p:sp>
      <p:sp>
        <p:nvSpPr>
          <p:cNvPr id="52" name="TextBox 51"/>
          <p:cNvSpPr txBox="1"/>
          <p:nvPr/>
        </p:nvSpPr>
        <p:spPr>
          <a:xfrm>
            <a:off x="4724400" y="381000"/>
            <a:ext cx="6014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-</a:t>
            </a:r>
            <a:r>
              <a:rPr lang="en-US" sz="2400" b="1" dirty="0" err="1" smtClean="0"/>
              <a:t>Q</a:t>
            </a:r>
            <a:r>
              <a:rPr lang="en-US" sz="2400" b="1" baseline="-25000" dirty="0" err="1" smtClean="0"/>
              <a:t>o</a:t>
            </a:r>
            <a:endParaRPr lang="en-US" sz="2400" b="1" baseline="-25000" dirty="0" smtClean="0"/>
          </a:p>
          <a:p>
            <a:endParaRPr lang="en-US" sz="2400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2590800" y="30480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C</a:t>
            </a:r>
            <a:endParaRPr lang="en-US" sz="2400" b="1" baseline="-2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0"/>
          <p:cNvGrpSpPr/>
          <p:nvPr/>
        </p:nvGrpSpPr>
        <p:grpSpPr>
          <a:xfrm>
            <a:off x="152400" y="447040"/>
            <a:ext cx="4754948" cy="2143760"/>
            <a:chOff x="152400" y="447040"/>
            <a:chExt cx="4754948" cy="2143760"/>
          </a:xfrm>
        </p:grpSpPr>
        <p:grpSp>
          <p:nvGrpSpPr>
            <p:cNvPr id="3" name="Group 48"/>
            <p:cNvGrpSpPr/>
            <p:nvPr/>
          </p:nvGrpSpPr>
          <p:grpSpPr>
            <a:xfrm>
              <a:off x="4572000" y="1295400"/>
              <a:ext cx="335348" cy="461665"/>
              <a:chOff x="3886200" y="685800"/>
              <a:chExt cx="335346" cy="461662"/>
            </a:xfrm>
          </p:grpSpPr>
          <p:sp>
            <p:nvSpPr>
              <p:cNvPr id="47" name="TextBox 46"/>
              <p:cNvSpPr txBox="1"/>
              <p:nvPr/>
            </p:nvSpPr>
            <p:spPr>
              <a:xfrm>
                <a:off x="3886200" y="685800"/>
                <a:ext cx="335346" cy="461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E</a:t>
                </a:r>
              </a:p>
            </p:txBody>
          </p:sp>
          <p:sp>
            <p:nvSpPr>
              <p:cNvPr id="48" name="Right Arrow 47"/>
              <p:cNvSpPr/>
              <p:nvPr/>
            </p:nvSpPr>
            <p:spPr>
              <a:xfrm>
                <a:off x="3980330" y="730625"/>
                <a:ext cx="152400" cy="76200"/>
              </a:xfrm>
              <a:prstGeom prst="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Rectangle 38"/>
            <p:cNvSpPr/>
            <p:nvPr/>
          </p:nvSpPr>
          <p:spPr>
            <a:xfrm rot="5400000">
              <a:off x="1469987" y="-268512"/>
              <a:ext cx="1784427" cy="35052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46" name="Notched Right Arrow 45"/>
            <p:cNvSpPr/>
            <p:nvPr/>
          </p:nvSpPr>
          <p:spPr>
            <a:xfrm rot="5400000">
              <a:off x="135595" y="1388405"/>
              <a:ext cx="14052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2294864" y="-1228063"/>
              <a:ext cx="134674" cy="3505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 rot="5400000">
              <a:off x="2294864" y="687671"/>
              <a:ext cx="134674" cy="3505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58" name="Curved Left Arrow 57"/>
            <p:cNvSpPr/>
            <p:nvPr/>
          </p:nvSpPr>
          <p:spPr>
            <a:xfrm>
              <a:off x="4114800" y="457200"/>
              <a:ext cx="381000" cy="2133600"/>
            </a:xfrm>
            <a:prstGeom prst="curvedLef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Curved Left Arrow 58"/>
            <p:cNvSpPr/>
            <p:nvPr/>
          </p:nvSpPr>
          <p:spPr>
            <a:xfrm>
              <a:off x="4114800" y="533400"/>
              <a:ext cx="228600" cy="1981200"/>
            </a:xfrm>
            <a:prstGeom prst="curvedLef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Notched Right Arrow 60"/>
            <p:cNvSpPr/>
            <p:nvPr/>
          </p:nvSpPr>
          <p:spPr>
            <a:xfrm rot="5400000">
              <a:off x="440395" y="1388405"/>
              <a:ext cx="14052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63" name="Notched Right Arrow 62"/>
            <p:cNvSpPr/>
            <p:nvPr/>
          </p:nvSpPr>
          <p:spPr>
            <a:xfrm rot="5400000">
              <a:off x="745195" y="1388405"/>
              <a:ext cx="14052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65" name="Notched Right Arrow 64"/>
            <p:cNvSpPr/>
            <p:nvPr/>
          </p:nvSpPr>
          <p:spPr>
            <a:xfrm rot="5400000">
              <a:off x="1049995" y="1388405"/>
              <a:ext cx="14052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67" name="Notched Right Arrow 66"/>
            <p:cNvSpPr/>
            <p:nvPr/>
          </p:nvSpPr>
          <p:spPr>
            <a:xfrm rot="5400000">
              <a:off x="1354795" y="1388405"/>
              <a:ext cx="14052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69" name="Notched Right Arrow 68"/>
            <p:cNvSpPr/>
            <p:nvPr/>
          </p:nvSpPr>
          <p:spPr>
            <a:xfrm rot="5400000">
              <a:off x="1659595" y="1388405"/>
              <a:ext cx="14052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71" name="Notched Right Arrow 70"/>
            <p:cNvSpPr/>
            <p:nvPr/>
          </p:nvSpPr>
          <p:spPr>
            <a:xfrm rot="5400000">
              <a:off x="1964395" y="1388405"/>
              <a:ext cx="14052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72" name="Notched Right Arrow 71"/>
            <p:cNvSpPr/>
            <p:nvPr/>
          </p:nvSpPr>
          <p:spPr>
            <a:xfrm rot="5400000">
              <a:off x="2269195" y="1388405"/>
              <a:ext cx="14052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73" name="Notched Right Arrow 72"/>
            <p:cNvSpPr/>
            <p:nvPr/>
          </p:nvSpPr>
          <p:spPr>
            <a:xfrm rot="5400000">
              <a:off x="2573995" y="1388405"/>
              <a:ext cx="14052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74" name="Notched Right Arrow 73"/>
            <p:cNvSpPr/>
            <p:nvPr/>
          </p:nvSpPr>
          <p:spPr>
            <a:xfrm rot="5400000">
              <a:off x="2878795" y="1388405"/>
              <a:ext cx="14052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75" name="Notched Right Arrow 74"/>
            <p:cNvSpPr/>
            <p:nvPr/>
          </p:nvSpPr>
          <p:spPr>
            <a:xfrm rot="5400000">
              <a:off x="3183595" y="1388405"/>
              <a:ext cx="14052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84" name="Curved Left Arrow 83"/>
            <p:cNvSpPr/>
            <p:nvPr/>
          </p:nvSpPr>
          <p:spPr>
            <a:xfrm flipH="1">
              <a:off x="381000" y="533400"/>
              <a:ext cx="228600" cy="1981200"/>
            </a:xfrm>
            <a:prstGeom prst="curvedLef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5" name="Curved Left Arrow 84"/>
            <p:cNvSpPr/>
            <p:nvPr/>
          </p:nvSpPr>
          <p:spPr>
            <a:xfrm flipH="1">
              <a:off x="152400" y="457200"/>
              <a:ext cx="457200" cy="2133600"/>
            </a:xfrm>
            <a:prstGeom prst="curvedLef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6" name="Plus 85"/>
            <p:cNvSpPr/>
            <p:nvPr/>
          </p:nvSpPr>
          <p:spPr>
            <a:xfrm>
              <a:off x="70104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Plus 86"/>
            <p:cNvSpPr/>
            <p:nvPr/>
          </p:nvSpPr>
          <p:spPr>
            <a:xfrm>
              <a:off x="85344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Plus 87"/>
            <p:cNvSpPr/>
            <p:nvPr/>
          </p:nvSpPr>
          <p:spPr>
            <a:xfrm>
              <a:off x="100584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Plus 88"/>
            <p:cNvSpPr/>
            <p:nvPr/>
          </p:nvSpPr>
          <p:spPr>
            <a:xfrm>
              <a:off x="115824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Plus 89"/>
            <p:cNvSpPr/>
            <p:nvPr/>
          </p:nvSpPr>
          <p:spPr>
            <a:xfrm>
              <a:off x="12954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Plus 90"/>
            <p:cNvSpPr/>
            <p:nvPr/>
          </p:nvSpPr>
          <p:spPr>
            <a:xfrm>
              <a:off x="14478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Plus 91"/>
            <p:cNvSpPr/>
            <p:nvPr/>
          </p:nvSpPr>
          <p:spPr>
            <a:xfrm>
              <a:off x="16002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Plus 92"/>
            <p:cNvSpPr/>
            <p:nvPr/>
          </p:nvSpPr>
          <p:spPr>
            <a:xfrm>
              <a:off x="17526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Plus 93"/>
            <p:cNvSpPr/>
            <p:nvPr/>
          </p:nvSpPr>
          <p:spPr>
            <a:xfrm>
              <a:off x="19050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Plus 94"/>
            <p:cNvSpPr/>
            <p:nvPr/>
          </p:nvSpPr>
          <p:spPr>
            <a:xfrm>
              <a:off x="20574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Plus 95"/>
            <p:cNvSpPr/>
            <p:nvPr/>
          </p:nvSpPr>
          <p:spPr>
            <a:xfrm>
              <a:off x="22098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Plus 96"/>
            <p:cNvSpPr/>
            <p:nvPr/>
          </p:nvSpPr>
          <p:spPr>
            <a:xfrm>
              <a:off x="23622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Plus 101"/>
            <p:cNvSpPr/>
            <p:nvPr/>
          </p:nvSpPr>
          <p:spPr>
            <a:xfrm>
              <a:off x="2514600" y="44704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Plus 102"/>
            <p:cNvSpPr/>
            <p:nvPr/>
          </p:nvSpPr>
          <p:spPr>
            <a:xfrm>
              <a:off x="26670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Plus 103"/>
            <p:cNvSpPr/>
            <p:nvPr/>
          </p:nvSpPr>
          <p:spPr>
            <a:xfrm>
              <a:off x="28194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Plus 104"/>
            <p:cNvSpPr/>
            <p:nvPr/>
          </p:nvSpPr>
          <p:spPr>
            <a:xfrm>
              <a:off x="29718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Plus 105"/>
            <p:cNvSpPr/>
            <p:nvPr/>
          </p:nvSpPr>
          <p:spPr>
            <a:xfrm>
              <a:off x="31242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Plus 106"/>
            <p:cNvSpPr/>
            <p:nvPr/>
          </p:nvSpPr>
          <p:spPr>
            <a:xfrm>
              <a:off x="32766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Plus 107"/>
            <p:cNvSpPr/>
            <p:nvPr/>
          </p:nvSpPr>
          <p:spPr>
            <a:xfrm>
              <a:off x="34290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Plus 108"/>
            <p:cNvSpPr/>
            <p:nvPr/>
          </p:nvSpPr>
          <p:spPr>
            <a:xfrm>
              <a:off x="35814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Plus 109"/>
            <p:cNvSpPr/>
            <p:nvPr/>
          </p:nvSpPr>
          <p:spPr>
            <a:xfrm>
              <a:off x="37338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Plus 110"/>
            <p:cNvSpPr/>
            <p:nvPr/>
          </p:nvSpPr>
          <p:spPr>
            <a:xfrm>
              <a:off x="38862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Minus 111"/>
            <p:cNvSpPr/>
            <p:nvPr/>
          </p:nvSpPr>
          <p:spPr>
            <a:xfrm>
              <a:off x="7498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Minus 112"/>
            <p:cNvSpPr/>
            <p:nvPr/>
          </p:nvSpPr>
          <p:spPr>
            <a:xfrm>
              <a:off x="9022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Minus 113"/>
            <p:cNvSpPr/>
            <p:nvPr/>
          </p:nvSpPr>
          <p:spPr>
            <a:xfrm>
              <a:off x="10546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Minus 114"/>
            <p:cNvSpPr/>
            <p:nvPr/>
          </p:nvSpPr>
          <p:spPr>
            <a:xfrm>
              <a:off x="12070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Minus 115"/>
            <p:cNvSpPr/>
            <p:nvPr/>
          </p:nvSpPr>
          <p:spPr>
            <a:xfrm>
              <a:off x="13594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inus 116"/>
            <p:cNvSpPr/>
            <p:nvPr/>
          </p:nvSpPr>
          <p:spPr>
            <a:xfrm>
              <a:off x="15118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Minus 117"/>
            <p:cNvSpPr/>
            <p:nvPr/>
          </p:nvSpPr>
          <p:spPr>
            <a:xfrm>
              <a:off x="16764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Minus 118"/>
            <p:cNvSpPr/>
            <p:nvPr/>
          </p:nvSpPr>
          <p:spPr>
            <a:xfrm>
              <a:off x="18288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Minus 120"/>
            <p:cNvSpPr/>
            <p:nvPr/>
          </p:nvSpPr>
          <p:spPr>
            <a:xfrm>
              <a:off x="19812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Minus 123"/>
            <p:cNvSpPr/>
            <p:nvPr/>
          </p:nvSpPr>
          <p:spPr>
            <a:xfrm>
              <a:off x="21336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Minus 124"/>
            <p:cNvSpPr/>
            <p:nvPr/>
          </p:nvSpPr>
          <p:spPr>
            <a:xfrm>
              <a:off x="22860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Minus 125"/>
            <p:cNvSpPr/>
            <p:nvPr/>
          </p:nvSpPr>
          <p:spPr>
            <a:xfrm>
              <a:off x="24384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Minus 126"/>
            <p:cNvSpPr/>
            <p:nvPr/>
          </p:nvSpPr>
          <p:spPr>
            <a:xfrm>
              <a:off x="25908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Minus 127"/>
            <p:cNvSpPr/>
            <p:nvPr/>
          </p:nvSpPr>
          <p:spPr>
            <a:xfrm>
              <a:off x="27432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Minus 128"/>
            <p:cNvSpPr/>
            <p:nvPr/>
          </p:nvSpPr>
          <p:spPr>
            <a:xfrm>
              <a:off x="28956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Minus 129"/>
            <p:cNvSpPr/>
            <p:nvPr/>
          </p:nvSpPr>
          <p:spPr>
            <a:xfrm>
              <a:off x="30480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inus 130"/>
            <p:cNvSpPr/>
            <p:nvPr/>
          </p:nvSpPr>
          <p:spPr>
            <a:xfrm>
              <a:off x="32004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Minus 131"/>
            <p:cNvSpPr/>
            <p:nvPr/>
          </p:nvSpPr>
          <p:spPr>
            <a:xfrm>
              <a:off x="33528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Minus 132"/>
            <p:cNvSpPr/>
            <p:nvPr/>
          </p:nvSpPr>
          <p:spPr>
            <a:xfrm>
              <a:off x="35052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Minus 133"/>
            <p:cNvSpPr/>
            <p:nvPr/>
          </p:nvSpPr>
          <p:spPr>
            <a:xfrm>
              <a:off x="36576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Minus 135"/>
            <p:cNvSpPr/>
            <p:nvPr/>
          </p:nvSpPr>
          <p:spPr>
            <a:xfrm>
              <a:off x="38100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8"/>
          <p:cNvGrpSpPr/>
          <p:nvPr/>
        </p:nvGrpSpPr>
        <p:grpSpPr>
          <a:xfrm>
            <a:off x="7772400" y="2895600"/>
            <a:ext cx="335348" cy="461665"/>
            <a:chOff x="3886200" y="685800"/>
            <a:chExt cx="335346" cy="461662"/>
          </a:xfrm>
        </p:grpSpPr>
        <p:sp>
          <p:nvSpPr>
            <p:cNvPr id="47" name="TextBox 46"/>
            <p:cNvSpPr txBox="1"/>
            <p:nvPr/>
          </p:nvSpPr>
          <p:spPr>
            <a:xfrm>
              <a:off x="3886200" y="685800"/>
              <a:ext cx="335346" cy="461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</a:t>
              </a:r>
            </a:p>
          </p:txBody>
        </p:sp>
        <p:sp>
          <p:nvSpPr>
            <p:cNvPr id="48" name="Right Arrow 47"/>
            <p:cNvSpPr/>
            <p:nvPr/>
          </p:nvSpPr>
          <p:spPr>
            <a:xfrm>
              <a:off x="3980330" y="730625"/>
              <a:ext cx="152400" cy="76200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1066798" y="2895600"/>
            <a:ext cx="6553202" cy="374008"/>
            <a:chOff x="990600" y="1142999"/>
            <a:chExt cx="3505201" cy="2050407"/>
          </a:xfrm>
        </p:grpSpPr>
        <p:sp>
          <p:nvSpPr>
            <p:cNvPr id="39" name="Rectangle 38"/>
            <p:cNvSpPr/>
            <p:nvPr/>
          </p:nvSpPr>
          <p:spPr>
            <a:xfrm rot="5400000">
              <a:off x="1850987" y="417287"/>
              <a:ext cx="1784426" cy="35052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2536898" y="-403298"/>
              <a:ext cx="412606" cy="3505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 rot="5400000">
              <a:off x="2543208" y="1240814"/>
              <a:ext cx="399985" cy="3505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Curved Left Arrow 83"/>
          <p:cNvSpPr/>
          <p:nvPr/>
        </p:nvSpPr>
        <p:spPr>
          <a:xfrm>
            <a:off x="7620000" y="2971800"/>
            <a:ext cx="121919" cy="228600"/>
          </a:xfrm>
          <a:prstGeom prst="curved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1143000" y="2895600"/>
            <a:ext cx="1828800" cy="86291"/>
            <a:chOff x="701040" y="447040"/>
            <a:chExt cx="3337560" cy="157480"/>
          </a:xfrm>
        </p:grpSpPr>
        <p:sp>
          <p:nvSpPr>
            <p:cNvPr id="86" name="Plus 85"/>
            <p:cNvSpPr/>
            <p:nvPr/>
          </p:nvSpPr>
          <p:spPr>
            <a:xfrm>
              <a:off x="70104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Plus 86"/>
            <p:cNvSpPr/>
            <p:nvPr/>
          </p:nvSpPr>
          <p:spPr>
            <a:xfrm>
              <a:off x="85344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Plus 87"/>
            <p:cNvSpPr/>
            <p:nvPr/>
          </p:nvSpPr>
          <p:spPr>
            <a:xfrm>
              <a:off x="100584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Plus 88"/>
            <p:cNvSpPr/>
            <p:nvPr/>
          </p:nvSpPr>
          <p:spPr>
            <a:xfrm>
              <a:off x="115824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Plus 89"/>
            <p:cNvSpPr/>
            <p:nvPr/>
          </p:nvSpPr>
          <p:spPr>
            <a:xfrm>
              <a:off x="12954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Plus 90"/>
            <p:cNvSpPr/>
            <p:nvPr/>
          </p:nvSpPr>
          <p:spPr>
            <a:xfrm>
              <a:off x="14478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Plus 91"/>
            <p:cNvSpPr/>
            <p:nvPr/>
          </p:nvSpPr>
          <p:spPr>
            <a:xfrm>
              <a:off x="16002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Plus 92"/>
            <p:cNvSpPr/>
            <p:nvPr/>
          </p:nvSpPr>
          <p:spPr>
            <a:xfrm>
              <a:off x="17526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Plus 93"/>
            <p:cNvSpPr/>
            <p:nvPr/>
          </p:nvSpPr>
          <p:spPr>
            <a:xfrm>
              <a:off x="19050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Plus 94"/>
            <p:cNvSpPr/>
            <p:nvPr/>
          </p:nvSpPr>
          <p:spPr>
            <a:xfrm>
              <a:off x="20574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Plus 95"/>
            <p:cNvSpPr/>
            <p:nvPr/>
          </p:nvSpPr>
          <p:spPr>
            <a:xfrm>
              <a:off x="22098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Plus 96"/>
            <p:cNvSpPr/>
            <p:nvPr/>
          </p:nvSpPr>
          <p:spPr>
            <a:xfrm>
              <a:off x="23622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Plus 101"/>
            <p:cNvSpPr/>
            <p:nvPr/>
          </p:nvSpPr>
          <p:spPr>
            <a:xfrm>
              <a:off x="2514600" y="44704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Plus 102"/>
            <p:cNvSpPr/>
            <p:nvPr/>
          </p:nvSpPr>
          <p:spPr>
            <a:xfrm>
              <a:off x="26670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Plus 103"/>
            <p:cNvSpPr/>
            <p:nvPr/>
          </p:nvSpPr>
          <p:spPr>
            <a:xfrm>
              <a:off x="28194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Plus 104"/>
            <p:cNvSpPr/>
            <p:nvPr/>
          </p:nvSpPr>
          <p:spPr>
            <a:xfrm>
              <a:off x="29718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Plus 105"/>
            <p:cNvSpPr/>
            <p:nvPr/>
          </p:nvSpPr>
          <p:spPr>
            <a:xfrm>
              <a:off x="31242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Plus 106"/>
            <p:cNvSpPr/>
            <p:nvPr/>
          </p:nvSpPr>
          <p:spPr>
            <a:xfrm>
              <a:off x="32766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Plus 107"/>
            <p:cNvSpPr/>
            <p:nvPr/>
          </p:nvSpPr>
          <p:spPr>
            <a:xfrm>
              <a:off x="34290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Plus 108"/>
            <p:cNvSpPr/>
            <p:nvPr/>
          </p:nvSpPr>
          <p:spPr>
            <a:xfrm>
              <a:off x="35814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Plus 109"/>
            <p:cNvSpPr/>
            <p:nvPr/>
          </p:nvSpPr>
          <p:spPr>
            <a:xfrm>
              <a:off x="37338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Plus 110"/>
            <p:cNvSpPr/>
            <p:nvPr/>
          </p:nvSpPr>
          <p:spPr>
            <a:xfrm>
              <a:off x="38862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143000" y="3189946"/>
            <a:ext cx="1987296" cy="94274"/>
            <a:chOff x="749808" y="2362200"/>
            <a:chExt cx="3212592" cy="152400"/>
          </a:xfrm>
        </p:grpSpPr>
        <p:sp>
          <p:nvSpPr>
            <p:cNvPr id="112" name="Minus 111"/>
            <p:cNvSpPr/>
            <p:nvPr/>
          </p:nvSpPr>
          <p:spPr>
            <a:xfrm>
              <a:off x="7498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Minus 112"/>
            <p:cNvSpPr/>
            <p:nvPr/>
          </p:nvSpPr>
          <p:spPr>
            <a:xfrm>
              <a:off x="9022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Minus 113"/>
            <p:cNvSpPr/>
            <p:nvPr/>
          </p:nvSpPr>
          <p:spPr>
            <a:xfrm>
              <a:off x="10546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Minus 114"/>
            <p:cNvSpPr/>
            <p:nvPr/>
          </p:nvSpPr>
          <p:spPr>
            <a:xfrm>
              <a:off x="12070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Minus 115"/>
            <p:cNvSpPr/>
            <p:nvPr/>
          </p:nvSpPr>
          <p:spPr>
            <a:xfrm>
              <a:off x="13594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inus 116"/>
            <p:cNvSpPr/>
            <p:nvPr/>
          </p:nvSpPr>
          <p:spPr>
            <a:xfrm>
              <a:off x="15118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Minus 117"/>
            <p:cNvSpPr/>
            <p:nvPr/>
          </p:nvSpPr>
          <p:spPr>
            <a:xfrm>
              <a:off x="16764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Minus 118"/>
            <p:cNvSpPr/>
            <p:nvPr/>
          </p:nvSpPr>
          <p:spPr>
            <a:xfrm>
              <a:off x="18288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Minus 120"/>
            <p:cNvSpPr/>
            <p:nvPr/>
          </p:nvSpPr>
          <p:spPr>
            <a:xfrm>
              <a:off x="19812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Minus 123"/>
            <p:cNvSpPr/>
            <p:nvPr/>
          </p:nvSpPr>
          <p:spPr>
            <a:xfrm>
              <a:off x="21336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Minus 124"/>
            <p:cNvSpPr/>
            <p:nvPr/>
          </p:nvSpPr>
          <p:spPr>
            <a:xfrm>
              <a:off x="22860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Minus 125"/>
            <p:cNvSpPr/>
            <p:nvPr/>
          </p:nvSpPr>
          <p:spPr>
            <a:xfrm>
              <a:off x="24384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Minus 126"/>
            <p:cNvSpPr/>
            <p:nvPr/>
          </p:nvSpPr>
          <p:spPr>
            <a:xfrm>
              <a:off x="25908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Minus 127"/>
            <p:cNvSpPr/>
            <p:nvPr/>
          </p:nvSpPr>
          <p:spPr>
            <a:xfrm>
              <a:off x="27432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Minus 128"/>
            <p:cNvSpPr/>
            <p:nvPr/>
          </p:nvSpPr>
          <p:spPr>
            <a:xfrm>
              <a:off x="28956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Minus 129"/>
            <p:cNvSpPr/>
            <p:nvPr/>
          </p:nvSpPr>
          <p:spPr>
            <a:xfrm>
              <a:off x="30480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inus 130"/>
            <p:cNvSpPr/>
            <p:nvPr/>
          </p:nvSpPr>
          <p:spPr>
            <a:xfrm>
              <a:off x="32004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Minus 131"/>
            <p:cNvSpPr/>
            <p:nvPr/>
          </p:nvSpPr>
          <p:spPr>
            <a:xfrm>
              <a:off x="33528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Minus 132"/>
            <p:cNvSpPr/>
            <p:nvPr/>
          </p:nvSpPr>
          <p:spPr>
            <a:xfrm>
              <a:off x="35052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Minus 133"/>
            <p:cNvSpPr/>
            <p:nvPr/>
          </p:nvSpPr>
          <p:spPr>
            <a:xfrm>
              <a:off x="36576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Minus 135"/>
            <p:cNvSpPr/>
            <p:nvPr/>
          </p:nvSpPr>
          <p:spPr>
            <a:xfrm>
              <a:off x="38100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2971800" y="2895600"/>
            <a:ext cx="1828800" cy="86291"/>
            <a:chOff x="701040" y="447040"/>
            <a:chExt cx="3337560" cy="157480"/>
          </a:xfrm>
        </p:grpSpPr>
        <p:sp>
          <p:nvSpPr>
            <p:cNvPr id="135" name="Plus 134"/>
            <p:cNvSpPr/>
            <p:nvPr/>
          </p:nvSpPr>
          <p:spPr>
            <a:xfrm>
              <a:off x="70104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Plus 136"/>
            <p:cNvSpPr/>
            <p:nvPr/>
          </p:nvSpPr>
          <p:spPr>
            <a:xfrm>
              <a:off x="85344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Plus 137"/>
            <p:cNvSpPr/>
            <p:nvPr/>
          </p:nvSpPr>
          <p:spPr>
            <a:xfrm>
              <a:off x="100584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Plus 138"/>
            <p:cNvSpPr/>
            <p:nvPr/>
          </p:nvSpPr>
          <p:spPr>
            <a:xfrm>
              <a:off x="115824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Plus 139"/>
            <p:cNvSpPr/>
            <p:nvPr/>
          </p:nvSpPr>
          <p:spPr>
            <a:xfrm>
              <a:off x="12954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Plus 140"/>
            <p:cNvSpPr/>
            <p:nvPr/>
          </p:nvSpPr>
          <p:spPr>
            <a:xfrm>
              <a:off x="14478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Plus 141"/>
            <p:cNvSpPr/>
            <p:nvPr/>
          </p:nvSpPr>
          <p:spPr>
            <a:xfrm>
              <a:off x="16002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Plus 142"/>
            <p:cNvSpPr/>
            <p:nvPr/>
          </p:nvSpPr>
          <p:spPr>
            <a:xfrm>
              <a:off x="17526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Plus 143"/>
            <p:cNvSpPr/>
            <p:nvPr/>
          </p:nvSpPr>
          <p:spPr>
            <a:xfrm>
              <a:off x="19050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Plus 144"/>
            <p:cNvSpPr/>
            <p:nvPr/>
          </p:nvSpPr>
          <p:spPr>
            <a:xfrm>
              <a:off x="20574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Plus 145"/>
            <p:cNvSpPr/>
            <p:nvPr/>
          </p:nvSpPr>
          <p:spPr>
            <a:xfrm>
              <a:off x="22098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Plus 146"/>
            <p:cNvSpPr/>
            <p:nvPr/>
          </p:nvSpPr>
          <p:spPr>
            <a:xfrm>
              <a:off x="23622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Plus 147"/>
            <p:cNvSpPr/>
            <p:nvPr/>
          </p:nvSpPr>
          <p:spPr>
            <a:xfrm>
              <a:off x="2514600" y="44704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Plus 148"/>
            <p:cNvSpPr/>
            <p:nvPr/>
          </p:nvSpPr>
          <p:spPr>
            <a:xfrm>
              <a:off x="26670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Plus 149"/>
            <p:cNvSpPr/>
            <p:nvPr/>
          </p:nvSpPr>
          <p:spPr>
            <a:xfrm>
              <a:off x="28194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Plus 150"/>
            <p:cNvSpPr/>
            <p:nvPr/>
          </p:nvSpPr>
          <p:spPr>
            <a:xfrm>
              <a:off x="29718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Plus 151"/>
            <p:cNvSpPr/>
            <p:nvPr/>
          </p:nvSpPr>
          <p:spPr>
            <a:xfrm>
              <a:off x="31242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Plus 152"/>
            <p:cNvSpPr/>
            <p:nvPr/>
          </p:nvSpPr>
          <p:spPr>
            <a:xfrm>
              <a:off x="32766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Plus 153"/>
            <p:cNvSpPr/>
            <p:nvPr/>
          </p:nvSpPr>
          <p:spPr>
            <a:xfrm>
              <a:off x="34290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Plus 154"/>
            <p:cNvSpPr/>
            <p:nvPr/>
          </p:nvSpPr>
          <p:spPr>
            <a:xfrm>
              <a:off x="35814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Plus 155"/>
            <p:cNvSpPr/>
            <p:nvPr/>
          </p:nvSpPr>
          <p:spPr>
            <a:xfrm>
              <a:off x="37338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Plus 156"/>
            <p:cNvSpPr/>
            <p:nvPr/>
          </p:nvSpPr>
          <p:spPr>
            <a:xfrm>
              <a:off x="38862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8" name="Group 157"/>
          <p:cNvGrpSpPr/>
          <p:nvPr/>
        </p:nvGrpSpPr>
        <p:grpSpPr>
          <a:xfrm>
            <a:off x="4800600" y="2895600"/>
            <a:ext cx="1828800" cy="86291"/>
            <a:chOff x="701040" y="447040"/>
            <a:chExt cx="3337560" cy="157480"/>
          </a:xfrm>
        </p:grpSpPr>
        <p:sp>
          <p:nvSpPr>
            <p:cNvPr id="159" name="Plus 158"/>
            <p:cNvSpPr/>
            <p:nvPr/>
          </p:nvSpPr>
          <p:spPr>
            <a:xfrm>
              <a:off x="70104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Plus 159"/>
            <p:cNvSpPr/>
            <p:nvPr/>
          </p:nvSpPr>
          <p:spPr>
            <a:xfrm>
              <a:off x="85344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Plus 160"/>
            <p:cNvSpPr/>
            <p:nvPr/>
          </p:nvSpPr>
          <p:spPr>
            <a:xfrm>
              <a:off x="100584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Plus 161"/>
            <p:cNvSpPr/>
            <p:nvPr/>
          </p:nvSpPr>
          <p:spPr>
            <a:xfrm>
              <a:off x="115824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Plus 162"/>
            <p:cNvSpPr/>
            <p:nvPr/>
          </p:nvSpPr>
          <p:spPr>
            <a:xfrm>
              <a:off x="12954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Plus 163"/>
            <p:cNvSpPr/>
            <p:nvPr/>
          </p:nvSpPr>
          <p:spPr>
            <a:xfrm>
              <a:off x="14478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Plus 164"/>
            <p:cNvSpPr/>
            <p:nvPr/>
          </p:nvSpPr>
          <p:spPr>
            <a:xfrm>
              <a:off x="16002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Plus 165"/>
            <p:cNvSpPr/>
            <p:nvPr/>
          </p:nvSpPr>
          <p:spPr>
            <a:xfrm>
              <a:off x="17526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Plus 166"/>
            <p:cNvSpPr/>
            <p:nvPr/>
          </p:nvSpPr>
          <p:spPr>
            <a:xfrm>
              <a:off x="19050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Plus 167"/>
            <p:cNvSpPr/>
            <p:nvPr/>
          </p:nvSpPr>
          <p:spPr>
            <a:xfrm>
              <a:off x="20574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Plus 168"/>
            <p:cNvSpPr/>
            <p:nvPr/>
          </p:nvSpPr>
          <p:spPr>
            <a:xfrm>
              <a:off x="22098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Plus 169"/>
            <p:cNvSpPr/>
            <p:nvPr/>
          </p:nvSpPr>
          <p:spPr>
            <a:xfrm>
              <a:off x="23622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Plus 170"/>
            <p:cNvSpPr/>
            <p:nvPr/>
          </p:nvSpPr>
          <p:spPr>
            <a:xfrm>
              <a:off x="2514600" y="44704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Plus 171"/>
            <p:cNvSpPr/>
            <p:nvPr/>
          </p:nvSpPr>
          <p:spPr>
            <a:xfrm>
              <a:off x="26670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Plus 172"/>
            <p:cNvSpPr/>
            <p:nvPr/>
          </p:nvSpPr>
          <p:spPr>
            <a:xfrm>
              <a:off x="2819400" y="4495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Plus 173"/>
            <p:cNvSpPr/>
            <p:nvPr/>
          </p:nvSpPr>
          <p:spPr>
            <a:xfrm>
              <a:off x="29718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Plus 174"/>
            <p:cNvSpPr/>
            <p:nvPr/>
          </p:nvSpPr>
          <p:spPr>
            <a:xfrm>
              <a:off x="31242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Plus 175"/>
            <p:cNvSpPr/>
            <p:nvPr/>
          </p:nvSpPr>
          <p:spPr>
            <a:xfrm>
              <a:off x="32766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Plus 176"/>
            <p:cNvSpPr/>
            <p:nvPr/>
          </p:nvSpPr>
          <p:spPr>
            <a:xfrm>
              <a:off x="34290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Plus 177"/>
            <p:cNvSpPr/>
            <p:nvPr/>
          </p:nvSpPr>
          <p:spPr>
            <a:xfrm>
              <a:off x="35814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Plus 178"/>
            <p:cNvSpPr/>
            <p:nvPr/>
          </p:nvSpPr>
          <p:spPr>
            <a:xfrm>
              <a:off x="37338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Plus 179"/>
            <p:cNvSpPr/>
            <p:nvPr/>
          </p:nvSpPr>
          <p:spPr>
            <a:xfrm>
              <a:off x="3886200" y="45212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2" name="Plus 181"/>
          <p:cNvSpPr/>
          <p:nvPr/>
        </p:nvSpPr>
        <p:spPr>
          <a:xfrm>
            <a:off x="6629400" y="2896992"/>
            <a:ext cx="83507" cy="8350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Plus 182"/>
          <p:cNvSpPr/>
          <p:nvPr/>
        </p:nvSpPr>
        <p:spPr>
          <a:xfrm>
            <a:off x="6712907" y="2898384"/>
            <a:ext cx="83507" cy="8350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Plus 183"/>
          <p:cNvSpPr/>
          <p:nvPr/>
        </p:nvSpPr>
        <p:spPr>
          <a:xfrm>
            <a:off x="6796414" y="2898384"/>
            <a:ext cx="83507" cy="8350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Plus 184"/>
          <p:cNvSpPr/>
          <p:nvPr/>
        </p:nvSpPr>
        <p:spPr>
          <a:xfrm>
            <a:off x="6879921" y="2898384"/>
            <a:ext cx="83507" cy="8350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Plus 185"/>
          <p:cNvSpPr/>
          <p:nvPr/>
        </p:nvSpPr>
        <p:spPr>
          <a:xfrm>
            <a:off x="6955077" y="2898384"/>
            <a:ext cx="83507" cy="8350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Plus 186"/>
          <p:cNvSpPr/>
          <p:nvPr/>
        </p:nvSpPr>
        <p:spPr>
          <a:xfrm>
            <a:off x="7038584" y="2896992"/>
            <a:ext cx="83507" cy="8350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Plus 187"/>
          <p:cNvSpPr/>
          <p:nvPr/>
        </p:nvSpPr>
        <p:spPr>
          <a:xfrm>
            <a:off x="7122090" y="2896992"/>
            <a:ext cx="83507" cy="8350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Plus 188"/>
          <p:cNvSpPr/>
          <p:nvPr/>
        </p:nvSpPr>
        <p:spPr>
          <a:xfrm>
            <a:off x="7205597" y="2896992"/>
            <a:ext cx="83507" cy="8350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Plus 189"/>
          <p:cNvSpPr/>
          <p:nvPr/>
        </p:nvSpPr>
        <p:spPr>
          <a:xfrm>
            <a:off x="7289104" y="2898384"/>
            <a:ext cx="83507" cy="8350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Plus 190"/>
          <p:cNvSpPr/>
          <p:nvPr/>
        </p:nvSpPr>
        <p:spPr>
          <a:xfrm>
            <a:off x="7372611" y="2896992"/>
            <a:ext cx="83507" cy="8350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Plus 191"/>
          <p:cNvSpPr/>
          <p:nvPr/>
        </p:nvSpPr>
        <p:spPr>
          <a:xfrm>
            <a:off x="7456118" y="2896992"/>
            <a:ext cx="83507" cy="83507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4" name="Group 203"/>
          <p:cNvGrpSpPr/>
          <p:nvPr/>
        </p:nvGrpSpPr>
        <p:grpSpPr>
          <a:xfrm>
            <a:off x="3124200" y="3189946"/>
            <a:ext cx="1987296" cy="94274"/>
            <a:chOff x="749808" y="2362200"/>
            <a:chExt cx="3212592" cy="152400"/>
          </a:xfrm>
        </p:grpSpPr>
        <p:sp>
          <p:nvSpPr>
            <p:cNvPr id="205" name="Minus 204"/>
            <p:cNvSpPr/>
            <p:nvPr/>
          </p:nvSpPr>
          <p:spPr>
            <a:xfrm>
              <a:off x="7498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Minus 205"/>
            <p:cNvSpPr/>
            <p:nvPr/>
          </p:nvSpPr>
          <p:spPr>
            <a:xfrm>
              <a:off x="9022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Minus 206"/>
            <p:cNvSpPr/>
            <p:nvPr/>
          </p:nvSpPr>
          <p:spPr>
            <a:xfrm>
              <a:off x="10546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Minus 207"/>
            <p:cNvSpPr/>
            <p:nvPr/>
          </p:nvSpPr>
          <p:spPr>
            <a:xfrm>
              <a:off x="12070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Minus 208"/>
            <p:cNvSpPr/>
            <p:nvPr/>
          </p:nvSpPr>
          <p:spPr>
            <a:xfrm>
              <a:off x="13594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Minus 209"/>
            <p:cNvSpPr/>
            <p:nvPr/>
          </p:nvSpPr>
          <p:spPr>
            <a:xfrm>
              <a:off x="15118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Minus 210"/>
            <p:cNvSpPr/>
            <p:nvPr/>
          </p:nvSpPr>
          <p:spPr>
            <a:xfrm>
              <a:off x="16764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Minus 211"/>
            <p:cNvSpPr/>
            <p:nvPr/>
          </p:nvSpPr>
          <p:spPr>
            <a:xfrm>
              <a:off x="18288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Minus 212"/>
            <p:cNvSpPr/>
            <p:nvPr/>
          </p:nvSpPr>
          <p:spPr>
            <a:xfrm>
              <a:off x="19812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Minus 213"/>
            <p:cNvSpPr/>
            <p:nvPr/>
          </p:nvSpPr>
          <p:spPr>
            <a:xfrm>
              <a:off x="21336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Minus 214"/>
            <p:cNvSpPr/>
            <p:nvPr/>
          </p:nvSpPr>
          <p:spPr>
            <a:xfrm>
              <a:off x="22860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Minus 215"/>
            <p:cNvSpPr/>
            <p:nvPr/>
          </p:nvSpPr>
          <p:spPr>
            <a:xfrm>
              <a:off x="24384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Minus 216"/>
            <p:cNvSpPr/>
            <p:nvPr/>
          </p:nvSpPr>
          <p:spPr>
            <a:xfrm>
              <a:off x="25908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Minus 217"/>
            <p:cNvSpPr/>
            <p:nvPr/>
          </p:nvSpPr>
          <p:spPr>
            <a:xfrm>
              <a:off x="27432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Minus 218"/>
            <p:cNvSpPr/>
            <p:nvPr/>
          </p:nvSpPr>
          <p:spPr>
            <a:xfrm>
              <a:off x="28956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Minus 219"/>
            <p:cNvSpPr/>
            <p:nvPr/>
          </p:nvSpPr>
          <p:spPr>
            <a:xfrm>
              <a:off x="30480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Minus 220"/>
            <p:cNvSpPr/>
            <p:nvPr/>
          </p:nvSpPr>
          <p:spPr>
            <a:xfrm>
              <a:off x="32004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Minus 221"/>
            <p:cNvSpPr/>
            <p:nvPr/>
          </p:nvSpPr>
          <p:spPr>
            <a:xfrm>
              <a:off x="33528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Minus 222"/>
            <p:cNvSpPr/>
            <p:nvPr/>
          </p:nvSpPr>
          <p:spPr>
            <a:xfrm>
              <a:off x="35052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Minus 223"/>
            <p:cNvSpPr/>
            <p:nvPr/>
          </p:nvSpPr>
          <p:spPr>
            <a:xfrm>
              <a:off x="36576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Minus 224"/>
            <p:cNvSpPr/>
            <p:nvPr/>
          </p:nvSpPr>
          <p:spPr>
            <a:xfrm>
              <a:off x="38100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6" name="Group 225"/>
          <p:cNvGrpSpPr/>
          <p:nvPr/>
        </p:nvGrpSpPr>
        <p:grpSpPr>
          <a:xfrm>
            <a:off x="5105400" y="3189946"/>
            <a:ext cx="1987296" cy="94274"/>
            <a:chOff x="749808" y="2362200"/>
            <a:chExt cx="3212592" cy="152400"/>
          </a:xfrm>
        </p:grpSpPr>
        <p:sp>
          <p:nvSpPr>
            <p:cNvPr id="227" name="Minus 226"/>
            <p:cNvSpPr/>
            <p:nvPr/>
          </p:nvSpPr>
          <p:spPr>
            <a:xfrm>
              <a:off x="7498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Minus 227"/>
            <p:cNvSpPr/>
            <p:nvPr/>
          </p:nvSpPr>
          <p:spPr>
            <a:xfrm>
              <a:off x="9022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Minus 228"/>
            <p:cNvSpPr/>
            <p:nvPr/>
          </p:nvSpPr>
          <p:spPr>
            <a:xfrm>
              <a:off x="10546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Minus 229"/>
            <p:cNvSpPr/>
            <p:nvPr/>
          </p:nvSpPr>
          <p:spPr>
            <a:xfrm>
              <a:off x="12070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Minus 230"/>
            <p:cNvSpPr/>
            <p:nvPr/>
          </p:nvSpPr>
          <p:spPr>
            <a:xfrm>
              <a:off x="13594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Minus 231"/>
            <p:cNvSpPr/>
            <p:nvPr/>
          </p:nvSpPr>
          <p:spPr>
            <a:xfrm>
              <a:off x="1511808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Minus 232"/>
            <p:cNvSpPr/>
            <p:nvPr/>
          </p:nvSpPr>
          <p:spPr>
            <a:xfrm>
              <a:off x="16764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Minus 233"/>
            <p:cNvSpPr/>
            <p:nvPr/>
          </p:nvSpPr>
          <p:spPr>
            <a:xfrm>
              <a:off x="18288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Minus 234"/>
            <p:cNvSpPr/>
            <p:nvPr/>
          </p:nvSpPr>
          <p:spPr>
            <a:xfrm>
              <a:off x="19812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Minus 235"/>
            <p:cNvSpPr/>
            <p:nvPr/>
          </p:nvSpPr>
          <p:spPr>
            <a:xfrm>
              <a:off x="21336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Minus 236"/>
            <p:cNvSpPr/>
            <p:nvPr/>
          </p:nvSpPr>
          <p:spPr>
            <a:xfrm>
              <a:off x="22860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Minus 237"/>
            <p:cNvSpPr/>
            <p:nvPr/>
          </p:nvSpPr>
          <p:spPr>
            <a:xfrm>
              <a:off x="24384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Minus 238"/>
            <p:cNvSpPr/>
            <p:nvPr/>
          </p:nvSpPr>
          <p:spPr>
            <a:xfrm>
              <a:off x="25908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Minus 239"/>
            <p:cNvSpPr/>
            <p:nvPr/>
          </p:nvSpPr>
          <p:spPr>
            <a:xfrm>
              <a:off x="27432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Minus 240"/>
            <p:cNvSpPr/>
            <p:nvPr/>
          </p:nvSpPr>
          <p:spPr>
            <a:xfrm>
              <a:off x="28956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Minus 241"/>
            <p:cNvSpPr/>
            <p:nvPr/>
          </p:nvSpPr>
          <p:spPr>
            <a:xfrm>
              <a:off x="30480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Minus 242"/>
            <p:cNvSpPr/>
            <p:nvPr/>
          </p:nvSpPr>
          <p:spPr>
            <a:xfrm>
              <a:off x="32004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Minus 243"/>
            <p:cNvSpPr/>
            <p:nvPr/>
          </p:nvSpPr>
          <p:spPr>
            <a:xfrm>
              <a:off x="33528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Minus 244"/>
            <p:cNvSpPr/>
            <p:nvPr/>
          </p:nvSpPr>
          <p:spPr>
            <a:xfrm>
              <a:off x="35052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Minus 245"/>
            <p:cNvSpPr/>
            <p:nvPr/>
          </p:nvSpPr>
          <p:spPr>
            <a:xfrm>
              <a:off x="36576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Minus 246"/>
            <p:cNvSpPr/>
            <p:nvPr/>
          </p:nvSpPr>
          <p:spPr>
            <a:xfrm>
              <a:off x="3810000" y="236220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9" name="Minus 248"/>
          <p:cNvSpPr/>
          <p:nvPr/>
        </p:nvSpPr>
        <p:spPr>
          <a:xfrm>
            <a:off x="7101840" y="3189946"/>
            <a:ext cx="94274" cy="9427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Minus 249"/>
          <p:cNvSpPr/>
          <p:nvPr/>
        </p:nvSpPr>
        <p:spPr>
          <a:xfrm>
            <a:off x="7196114" y="3189946"/>
            <a:ext cx="94274" cy="9427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Minus 250"/>
          <p:cNvSpPr/>
          <p:nvPr/>
        </p:nvSpPr>
        <p:spPr>
          <a:xfrm>
            <a:off x="7290388" y="3189946"/>
            <a:ext cx="94274" cy="9427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Minus 251"/>
          <p:cNvSpPr/>
          <p:nvPr/>
        </p:nvSpPr>
        <p:spPr>
          <a:xfrm>
            <a:off x="7384662" y="3189946"/>
            <a:ext cx="94274" cy="9427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Minus 252"/>
          <p:cNvSpPr/>
          <p:nvPr/>
        </p:nvSpPr>
        <p:spPr>
          <a:xfrm>
            <a:off x="7478936" y="3189946"/>
            <a:ext cx="94274" cy="94274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Curved Left Arrow 269"/>
          <p:cNvSpPr/>
          <p:nvPr/>
        </p:nvSpPr>
        <p:spPr>
          <a:xfrm>
            <a:off x="7620000" y="2895600"/>
            <a:ext cx="198119" cy="381000"/>
          </a:xfrm>
          <a:prstGeom prst="curved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1" name="Curved Left Arrow 270"/>
          <p:cNvSpPr/>
          <p:nvPr/>
        </p:nvSpPr>
        <p:spPr>
          <a:xfrm flipH="1">
            <a:off x="954258" y="2971800"/>
            <a:ext cx="112542" cy="228600"/>
          </a:xfrm>
          <a:prstGeom prst="curved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2" name="Curved Left Arrow 271"/>
          <p:cNvSpPr/>
          <p:nvPr/>
        </p:nvSpPr>
        <p:spPr>
          <a:xfrm flipH="1">
            <a:off x="883918" y="2895600"/>
            <a:ext cx="182881" cy="381000"/>
          </a:xfrm>
          <a:prstGeom prst="curved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85" name="Group 284"/>
          <p:cNvGrpSpPr/>
          <p:nvPr/>
        </p:nvGrpSpPr>
        <p:grpSpPr>
          <a:xfrm>
            <a:off x="1219200" y="2994070"/>
            <a:ext cx="6248400" cy="186010"/>
            <a:chOff x="1143000" y="2994070"/>
            <a:chExt cx="6248400" cy="186010"/>
          </a:xfrm>
        </p:grpSpPr>
        <p:grpSp>
          <p:nvGrpSpPr>
            <p:cNvPr id="120" name="Group 119"/>
            <p:cNvGrpSpPr/>
            <p:nvPr/>
          </p:nvGrpSpPr>
          <p:grpSpPr>
            <a:xfrm>
              <a:off x="1143000" y="2994070"/>
              <a:ext cx="3200400" cy="186010"/>
              <a:chOff x="5029200" y="914400"/>
              <a:chExt cx="3200400" cy="1405210"/>
            </a:xfrm>
          </p:grpSpPr>
          <p:sp>
            <p:nvSpPr>
              <p:cNvPr id="76" name="Notched Right Arrow 75"/>
              <p:cNvSpPr/>
              <p:nvPr/>
            </p:nvSpPr>
            <p:spPr>
              <a:xfrm rot="5400000">
                <a:off x="4402795" y="1540805"/>
                <a:ext cx="1405210" cy="15240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Notched Right Arrow 77"/>
              <p:cNvSpPr/>
              <p:nvPr/>
            </p:nvSpPr>
            <p:spPr>
              <a:xfrm rot="5400000">
                <a:off x="4707595" y="1540805"/>
                <a:ext cx="1405210" cy="15240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Notched Right Arrow 78"/>
              <p:cNvSpPr/>
              <p:nvPr/>
            </p:nvSpPr>
            <p:spPr>
              <a:xfrm rot="5400000">
                <a:off x="5012395" y="1540805"/>
                <a:ext cx="1405210" cy="15240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Notched Right Arrow 79"/>
              <p:cNvSpPr/>
              <p:nvPr/>
            </p:nvSpPr>
            <p:spPr>
              <a:xfrm rot="5400000">
                <a:off x="5317195" y="1540805"/>
                <a:ext cx="1405210" cy="15240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Notched Right Arrow 80"/>
              <p:cNvSpPr/>
              <p:nvPr/>
            </p:nvSpPr>
            <p:spPr>
              <a:xfrm rot="5400000">
                <a:off x="5621995" y="1540805"/>
                <a:ext cx="1405210" cy="15240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Notched Right Arrow 81"/>
              <p:cNvSpPr/>
              <p:nvPr/>
            </p:nvSpPr>
            <p:spPr>
              <a:xfrm rot="5400000">
                <a:off x="5926795" y="1540805"/>
                <a:ext cx="1405210" cy="15240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Notched Right Arrow 82"/>
              <p:cNvSpPr/>
              <p:nvPr/>
            </p:nvSpPr>
            <p:spPr>
              <a:xfrm rot="5400000">
                <a:off x="6231595" y="1540805"/>
                <a:ext cx="1405210" cy="15240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Notched Right Arrow 97"/>
              <p:cNvSpPr/>
              <p:nvPr/>
            </p:nvSpPr>
            <p:spPr>
              <a:xfrm rot="5400000">
                <a:off x="6536395" y="1540805"/>
                <a:ext cx="1405210" cy="15240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Notched Right Arrow 98"/>
              <p:cNvSpPr/>
              <p:nvPr/>
            </p:nvSpPr>
            <p:spPr>
              <a:xfrm rot="5400000">
                <a:off x="6841195" y="1540805"/>
                <a:ext cx="1405210" cy="15240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Notched Right Arrow 99"/>
              <p:cNvSpPr/>
              <p:nvPr/>
            </p:nvSpPr>
            <p:spPr>
              <a:xfrm rot="5400000">
                <a:off x="7145995" y="1540805"/>
                <a:ext cx="1405210" cy="15240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Notched Right Arrow 100"/>
              <p:cNvSpPr/>
              <p:nvPr/>
            </p:nvSpPr>
            <p:spPr>
              <a:xfrm rot="5400000">
                <a:off x="7450795" y="1540805"/>
                <a:ext cx="1405210" cy="15240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4" name="Notched Right Arrow 273"/>
            <p:cNvSpPr/>
            <p:nvPr/>
          </p:nvSpPr>
          <p:spPr>
            <a:xfrm rot="5400000">
              <a:off x="4478995" y="3010875"/>
              <a:ext cx="1860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275" name="Notched Right Arrow 274"/>
            <p:cNvSpPr/>
            <p:nvPr/>
          </p:nvSpPr>
          <p:spPr>
            <a:xfrm rot="5400000">
              <a:off x="4783795" y="3010875"/>
              <a:ext cx="1860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276" name="Notched Right Arrow 275"/>
            <p:cNvSpPr/>
            <p:nvPr/>
          </p:nvSpPr>
          <p:spPr>
            <a:xfrm rot="5400000">
              <a:off x="5088595" y="3010875"/>
              <a:ext cx="1860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277" name="Notched Right Arrow 276"/>
            <p:cNvSpPr/>
            <p:nvPr/>
          </p:nvSpPr>
          <p:spPr>
            <a:xfrm rot="5400000">
              <a:off x="5393395" y="3010875"/>
              <a:ext cx="1860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278" name="Notched Right Arrow 277"/>
            <p:cNvSpPr/>
            <p:nvPr/>
          </p:nvSpPr>
          <p:spPr>
            <a:xfrm rot="5400000">
              <a:off x="5698195" y="3010875"/>
              <a:ext cx="1860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279" name="Notched Right Arrow 278"/>
            <p:cNvSpPr/>
            <p:nvPr/>
          </p:nvSpPr>
          <p:spPr>
            <a:xfrm rot="5400000">
              <a:off x="6002995" y="3010875"/>
              <a:ext cx="1860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280" name="Notched Right Arrow 279"/>
            <p:cNvSpPr/>
            <p:nvPr/>
          </p:nvSpPr>
          <p:spPr>
            <a:xfrm rot="5400000">
              <a:off x="6307795" y="3010875"/>
              <a:ext cx="1860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281" name="Notched Right Arrow 280"/>
            <p:cNvSpPr/>
            <p:nvPr/>
          </p:nvSpPr>
          <p:spPr>
            <a:xfrm rot="5400000">
              <a:off x="6612595" y="3010875"/>
              <a:ext cx="1860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282" name="Notched Right Arrow 281"/>
            <p:cNvSpPr/>
            <p:nvPr/>
          </p:nvSpPr>
          <p:spPr>
            <a:xfrm rot="5400000">
              <a:off x="6917395" y="3010875"/>
              <a:ext cx="1860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283" name="Notched Right Arrow 282"/>
            <p:cNvSpPr/>
            <p:nvPr/>
          </p:nvSpPr>
          <p:spPr>
            <a:xfrm rot="5400000">
              <a:off x="7222195" y="3010875"/>
              <a:ext cx="186010" cy="1524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roup 305"/>
          <p:cNvGrpSpPr/>
          <p:nvPr/>
        </p:nvGrpSpPr>
        <p:grpSpPr>
          <a:xfrm>
            <a:off x="1066800" y="990600"/>
            <a:ext cx="4983548" cy="2067560"/>
            <a:chOff x="1066800" y="990600"/>
            <a:chExt cx="4983548" cy="2067560"/>
          </a:xfrm>
        </p:grpSpPr>
        <p:grpSp>
          <p:nvGrpSpPr>
            <p:cNvPr id="2" name="Group 48"/>
            <p:cNvGrpSpPr/>
            <p:nvPr/>
          </p:nvGrpSpPr>
          <p:grpSpPr>
            <a:xfrm>
              <a:off x="5715000" y="1838960"/>
              <a:ext cx="335348" cy="461665"/>
              <a:chOff x="3886200" y="685800"/>
              <a:chExt cx="335346" cy="461662"/>
            </a:xfrm>
          </p:grpSpPr>
          <p:sp>
            <p:nvSpPr>
              <p:cNvPr id="47" name="TextBox 46"/>
              <p:cNvSpPr txBox="1"/>
              <p:nvPr/>
            </p:nvSpPr>
            <p:spPr>
              <a:xfrm>
                <a:off x="3886200" y="685800"/>
                <a:ext cx="335346" cy="461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E</a:t>
                </a:r>
              </a:p>
            </p:txBody>
          </p:sp>
          <p:sp>
            <p:nvSpPr>
              <p:cNvPr id="48" name="Right Arrow 47"/>
              <p:cNvSpPr/>
              <p:nvPr/>
            </p:nvSpPr>
            <p:spPr>
              <a:xfrm>
                <a:off x="3980330" y="730625"/>
                <a:ext cx="152400" cy="76200"/>
              </a:xfrm>
              <a:prstGeom prst="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Rectangle 38"/>
            <p:cNvSpPr/>
            <p:nvPr/>
          </p:nvSpPr>
          <p:spPr>
            <a:xfrm rot="5400000">
              <a:off x="2612987" y="275048"/>
              <a:ext cx="1784427" cy="35052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3437864" y="-684503"/>
              <a:ext cx="134674" cy="3505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 rot="5400000">
              <a:off x="3437864" y="1231231"/>
              <a:ext cx="134674" cy="3505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86" name="Plus 85"/>
            <p:cNvSpPr/>
            <p:nvPr/>
          </p:nvSpPr>
          <p:spPr>
            <a:xfrm>
              <a:off x="1844040" y="99314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Plus 86"/>
            <p:cNvSpPr/>
            <p:nvPr/>
          </p:nvSpPr>
          <p:spPr>
            <a:xfrm>
              <a:off x="199644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Plus 87"/>
            <p:cNvSpPr/>
            <p:nvPr/>
          </p:nvSpPr>
          <p:spPr>
            <a:xfrm>
              <a:off x="214884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Plus 88"/>
            <p:cNvSpPr/>
            <p:nvPr/>
          </p:nvSpPr>
          <p:spPr>
            <a:xfrm>
              <a:off x="230124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Plus 89"/>
            <p:cNvSpPr/>
            <p:nvPr/>
          </p:nvSpPr>
          <p:spPr>
            <a:xfrm>
              <a:off x="243840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Plus 90"/>
            <p:cNvSpPr/>
            <p:nvPr/>
          </p:nvSpPr>
          <p:spPr>
            <a:xfrm>
              <a:off x="2590800" y="99314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Plus 91"/>
            <p:cNvSpPr/>
            <p:nvPr/>
          </p:nvSpPr>
          <p:spPr>
            <a:xfrm>
              <a:off x="2743200" y="99314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Plus 92"/>
            <p:cNvSpPr/>
            <p:nvPr/>
          </p:nvSpPr>
          <p:spPr>
            <a:xfrm>
              <a:off x="2895600" y="99314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Plus 93"/>
            <p:cNvSpPr/>
            <p:nvPr/>
          </p:nvSpPr>
          <p:spPr>
            <a:xfrm>
              <a:off x="304800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Plus 94"/>
            <p:cNvSpPr/>
            <p:nvPr/>
          </p:nvSpPr>
          <p:spPr>
            <a:xfrm>
              <a:off x="3200400" y="99314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Plus 95"/>
            <p:cNvSpPr/>
            <p:nvPr/>
          </p:nvSpPr>
          <p:spPr>
            <a:xfrm>
              <a:off x="3352800" y="99314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Plus 96"/>
            <p:cNvSpPr/>
            <p:nvPr/>
          </p:nvSpPr>
          <p:spPr>
            <a:xfrm>
              <a:off x="3505200" y="99314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Plus 101"/>
            <p:cNvSpPr/>
            <p:nvPr/>
          </p:nvSpPr>
          <p:spPr>
            <a:xfrm>
              <a:off x="3657600" y="99060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Plus 102"/>
            <p:cNvSpPr/>
            <p:nvPr/>
          </p:nvSpPr>
          <p:spPr>
            <a:xfrm>
              <a:off x="381000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Plus 103"/>
            <p:cNvSpPr/>
            <p:nvPr/>
          </p:nvSpPr>
          <p:spPr>
            <a:xfrm>
              <a:off x="3962400" y="99314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Plus 104"/>
            <p:cNvSpPr/>
            <p:nvPr/>
          </p:nvSpPr>
          <p:spPr>
            <a:xfrm>
              <a:off x="411480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Plus 105"/>
            <p:cNvSpPr/>
            <p:nvPr/>
          </p:nvSpPr>
          <p:spPr>
            <a:xfrm>
              <a:off x="426720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Plus 106"/>
            <p:cNvSpPr/>
            <p:nvPr/>
          </p:nvSpPr>
          <p:spPr>
            <a:xfrm>
              <a:off x="441960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Plus 107"/>
            <p:cNvSpPr/>
            <p:nvPr/>
          </p:nvSpPr>
          <p:spPr>
            <a:xfrm>
              <a:off x="457200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Plus 108"/>
            <p:cNvSpPr/>
            <p:nvPr/>
          </p:nvSpPr>
          <p:spPr>
            <a:xfrm>
              <a:off x="472440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Plus 109"/>
            <p:cNvSpPr/>
            <p:nvPr/>
          </p:nvSpPr>
          <p:spPr>
            <a:xfrm>
              <a:off x="487680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Plus 110"/>
            <p:cNvSpPr/>
            <p:nvPr/>
          </p:nvSpPr>
          <p:spPr>
            <a:xfrm>
              <a:off x="5029200" y="995680"/>
              <a:ext cx="152400" cy="152400"/>
            </a:xfrm>
            <a:prstGeom prst="mathPl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Minus 111"/>
            <p:cNvSpPr/>
            <p:nvPr/>
          </p:nvSpPr>
          <p:spPr>
            <a:xfrm>
              <a:off x="1892808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Minus 112"/>
            <p:cNvSpPr/>
            <p:nvPr/>
          </p:nvSpPr>
          <p:spPr>
            <a:xfrm>
              <a:off x="2045208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Minus 113"/>
            <p:cNvSpPr/>
            <p:nvPr/>
          </p:nvSpPr>
          <p:spPr>
            <a:xfrm>
              <a:off x="2197608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Minus 114"/>
            <p:cNvSpPr/>
            <p:nvPr/>
          </p:nvSpPr>
          <p:spPr>
            <a:xfrm>
              <a:off x="2350008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Minus 115"/>
            <p:cNvSpPr/>
            <p:nvPr/>
          </p:nvSpPr>
          <p:spPr>
            <a:xfrm>
              <a:off x="2502408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Minus 116"/>
            <p:cNvSpPr/>
            <p:nvPr/>
          </p:nvSpPr>
          <p:spPr>
            <a:xfrm>
              <a:off x="2654808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Minus 117"/>
            <p:cNvSpPr/>
            <p:nvPr/>
          </p:nvSpPr>
          <p:spPr>
            <a:xfrm>
              <a:off x="28194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Minus 118"/>
            <p:cNvSpPr/>
            <p:nvPr/>
          </p:nvSpPr>
          <p:spPr>
            <a:xfrm>
              <a:off x="29718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Minus 120"/>
            <p:cNvSpPr/>
            <p:nvPr/>
          </p:nvSpPr>
          <p:spPr>
            <a:xfrm>
              <a:off x="31242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Minus 123"/>
            <p:cNvSpPr/>
            <p:nvPr/>
          </p:nvSpPr>
          <p:spPr>
            <a:xfrm>
              <a:off x="32766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Minus 124"/>
            <p:cNvSpPr/>
            <p:nvPr/>
          </p:nvSpPr>
          <p:spPr>
            <a:xfrm>
              <a:off x="34290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Minus 125"/>
            <p:cNvSpPr/>
            <p:nvPr/>
          </p:nvSpPr>
          <p:spPr>
            <a:xfrm>
              <a:off x="35814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Minus 126"/>
            <p:cNvSpPr/>
            <p:nvPr/>
          </p:nvSpPr>
          <p:spPr>
            <a:xfrm>
              <a:off x="37338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Minus 127"/>
            <p:cNvSpPr/>
            <p:nvPr/>
          </p:nvSpPr>
          <p:spPr>
            <a:xfrm>
              <a:off x="38862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Minus 128"/>
            <p:cNvSpPr/>
            <p:nvPr/>
          </p:nvSpPr>
          <p:spPr>
            <a:xfrm>
              <a:off x="40386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Minus 129"/>
            <p:cNvSpPr/>
            <p:nvPr/>
          </p:nvSpPr>
          <p:spPr>
            <a:xfrm>
              <a:off x="41910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inus 130"/>
            <p:cNvSpPr/>
            <p:nvPr/>
          </p:nvSpPr>
          <p:spPr>
            <a:xfrm>
              <a:off x="43434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Minus 131"/>
            <p:cNvSpPr/>
            <p:nvPr/>
          </p:nvSpPr>
          <p:spPr>
            <a:xfrm>
              <a:off x="44958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Minus 132"/>
            <p:cNvSpPr/>
            <p:nvPr/>
          </p:nvSpPr>
          <p:spPr>
            <a:xfrm>
              <a:off x="46482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Minus 133"/>
            <p:cNvSpPr/>
            <p:nvPr/>
          </p:nvSpPr>
          <p:spPr>
            <a:xfrm>
              <a:off x="48006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Minus 135"/>
            <p:cNvSpPr/>
            <p:nvPr/>
          </p:nvSpPr>
          <p:spPr>
            <a:xfrm>
              <a:off x="4953000" y="2905760"/>
              <a:ext cx="152400" cy="152400"/>
            </a:xfrm>
            <a:prstGeom prst="mathMinu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7" name="Group 146"/>
            <p:cNvGrpSpPr/>
            <p:nvPr/>
          </p:nvGrpSpPr>
          <p:grpSpPr>
            <a:xfrm flipV="1">
              <a:off x="1874520" y="1178560"/>
              <a:ext cx="228600" cy="533400"/>
              <a:chOff x="5867400" y="990600"/>
              <a:chExt cx="228600" cy="533400"/>
            </a:xfrm>
          </p:grpSpPr>
          <p:sp>
            <p:nvSpPr>
              <p:cNvPr id="148" name="Oval 147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Plus 148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Minus 149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 flipV="1">
              <a:off x="2179320" y="1178560"/>
              <a:ext cx="228600" cy="533400"/>
              <a:chOff x="5867400" y="990600"/>
              <a:chExt cx="228600" cy="533400"/>
            </a:xfrm>
          </p:grpSpPr>
          <p:sp>
            <p:nvSpPr>
              <p:cNvPr id="152" name="Oval 151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Plus 152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Minus 153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Group 154"/>
            <p:cNvGrpSpPr/>
            <p:nvPr/>
          </p:nvGrpSpPr>
          <p:grpSpPr>
            <a:xfrm flipV="1">
              <a:off x="2484120" y="1178560"/>
              <a:ext cx="228600" cy="533400"/>
              <a:chOff x="5867400" y="990600"/>
              <a:chExt cx="228600" cy="533400"/>
            </a:xfrm>
          </p:grpSpPr>
          <p:sp>
            <p:nvSpPr>
              <p:cNvPr id="156" name="Oval 155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Plus 156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Minus 159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2" name="Group 161"/>
            <p:cNvGrpSpPr/>
            <p:nvPr/>
          </p:nvGrpSpPr>
          <p:grpSpPr>
            <a:xfrm flipV="1">
              <a:off x="1874520" y="1752600"/>
              <a:ext cx="228600" cy="533400"/>
              <a:chOff x="5867400" y="990600"/>
              <a:chExt cx="228600" cy="533400"/>
            </a:xfrm>
          </p:grpSpPr>
          <p:sp>
            <p:nvSpPr>
              <p:cNvPr id="163" name="Oval 162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Plus 163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Minus 164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6" name="Group 165"/>
            <p:cNvGrpSpPr/>
            <p:nvPr/>
          </p:nvGrpSpPr>
          <p:grpSpPr>
            <a:xfrm flipV="1">
              <a:off x="2179320" y="1752600"/>
              <a:ext cx="228600" cy="533400"/>
              <a:chOff x="5867400" y="990600"/>
              <a:chExt cx="228600" cy="533400"/>
            </a:xfrm>
          </p:grpSpPr>
          <p:sp>
            <p:nvSpPr>
              <p:cNvPr id="167" name="Oval 166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Plus 167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Minus 168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0" name="Group 169"/>
            <p:cNvGrpSpPr/>
            <p:nvPr/>
          </p:nvGrpSpPr>
          <p:grpSpPr>
            <a:xfrm flipV="1">
              <a:off x="2484120" y="1752600"/>
              <a:ext cx="228600" cy="533400"/>
              <a:chOff x="5867400" y="990600"/>
              <a:chExt cx="228600" cy="533400"/>
            </a:xfrm>
          </p:grpSpPr>
          <p:sp>
            <p:nvSpPr>
              <p:cNvPr id="171" name="Oval 170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Plus 171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Minus 172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4" name="Group 173"/>
            <p:cNvGrpSpPr/>
            <p:nvPr/>
          </p:nvGrpSpPr>
          <p:grpSpPr>
            <a:xfrm flipV="1">
              <a:off x="1874520" y="2321560"/>
              <a:ext cx="228600" cy="533400"/>
              <a:chOff x="5867400" y="990600"/>
              <a:chExt cx="228600" cy="533400"/>
            </a:xfrm>
          </p:grpSpPr>
          <p:sp>
            <p:nvSpPr>
              <p:cNvPr id="175" name="Oval 174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Plus 175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Minus 176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8" name="Group 177"/>
            <p:cNvGrpSpPr/>
            <p:nvPr/>
          </p:nvGrpSpPr>
          <p:grpSpPr>
            <a:xfrm flipV="1">
              <a:off x="2179320" y="2321560"/>
              <a:ext cx="228600" cy="533400"/>
              <a:chOff x="5867400" y="990600"/>
              <a:chExt cx="228600" cy="533400"/>
            </a:xfrm>
          </p:grpSpPr>
          <p:sp>
            <p:nvSpPr>
              <p:cNvPr id="179" name="Oval 178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Plus 179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Minus 180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2" name="Group 181"/>
            <p:cNvGrpSpPr/>
            <p:nvPr/>
          </p:nvGrpSpPr>
          <p:grpSpPr>
            <a:xfrm flipV="1">
              <a:off x="2484120" y="2321560"/>
              <a:ext cx="228600" cy="533400"/>
              <a:chOff x="5867400" y="990600"/>
              <a:chExt cx="228600" cy="533400"/>
            </a:xfrm>
          </p:grpSpPr>
          <p:sp>
            <p:nvSpPr>
              <p:cNvPr id="183" name="Oval 182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Plus 183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Minus 184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6" name="Group 185"/>
            <p:cNvGrpSpPr/>
            <p:nvPr/>
          </p:nvGrpSpPr>
          <p:grpSpPr>
            <a:xfrm flipV="1">
              <a:off x="2788920" y="1178560"/>
              <a:ext cx="228600" cy="533400"/>
              <a:chOff x="5867400" y="990600"/>
              <a:chExt cx="228600" cy="533400"/>
            </a:xfrm>
          </p:grpSpPr>
          <p:sp>
            <p:nvSpPr>
              <p:cNvPr id="187" name="Oval 186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Plus 187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Minus 188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0" name="Group 189"/>
            <p:cNvGrpSpPr/>
            <p:nvPr/>
          </p:nvGrpSpPr>
          <p:grpSpPr>
            <a:xfrm flipV="1">
              <a:off x="3093720" y="1178560"/>
              <a:ext cx="228600" cy="533400"/>
              <a:chOff x="5867400" y="990600"/>
              <a:chExt cx="228600" cy="533400"/>
            </a:xfrm>
          </p:grpSpPr>
          <p:sp>
            <p:nvSpPr>
              <p:cNvPr id="191" name="Oval 190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Plus 191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Minus 192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4" name="Group 193"/>
            <p:cNvGrpSpPr/>
            <p:nvPr/>
          </p:nvGrpSpPr>
          <p:grpSpPr>
            <a:xfrm flipV="1">
              <a:off x="3398520" y="1178560"/>
              <a:ext cx="228600" cy="533400"/>
              <a:chOff x="5867400" y="990600"/>
              <a:chExt cx="228600" cy="533400"/>
            </a:xfrm>
          </p:grpSpPr>
          <p:sp>
            <p:nvSpPr>
              <p:cNvPr id="195" name="Oval 194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Plus 195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Minus 196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8" name="Group 197"/>
            <p:cNvGrpSpPr/>
            <p:nvPr/>
          </p:nvGrpSpPr>
          <p:grpSpPr>
            <a:xfrm flipV="1">
              <a:off x="2788920" y="1752600"/>
              <a:ext cx="228600" cy="533400"/>
              <a:chOff x="5867400" y="990600"/>
              <a:chExt cx="228600" cy="533400"/>
            </a:xfrm>
          </p:grpSpPr>
          <p:sp>
            <p:nvSpPr>
              <p:cNvPr id="199" name="Oval 198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Plus 199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Minus 200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2" name="Group 201"/>
            <p:cNvGrpSpPr/>
            <p:nvPr/>
          </p:nvGrpSpPr>
          <p:grpSpPr>
            <a:xfrm flipV="1">
              <a:off x="3093720" y="1752600"/>
              <a:ext cx="228600" cy="533400"/>
              <a:chOff x="5867400" y="990600"/>
              <a:chExt cx="228600" cy="533400"/>
            </a:xfrm>
          </p:grpSpPr>
          <p:sp>
            <p:nvSpPr>
              <p:cNvPr id="203" name="Oval 202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Plus 203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Minus 204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6" name="Group 205"/>
            <p:cNvGrpSpPr/>
            <p:nvPr/>
          </p:nvGrpSpPr>
          <p:grpSpPr>
            <a:xfrm flipV="1">
              <a:off x="3398520" y="1752600"/>
              <a:ext cx="228600" cy="533400"/>
              <a:chOff x="5867400" y="990600"/>
              <a:chExt cx="228600" cy="533400"/>
            </a:xfrm>
          </p:grpSpPr>
          <p:sp>
            <p:nvSpPr>
              <p:cNvPr id="207" name="Oval 206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Plus 207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Minus 208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0" name="Group 209"/>
            <p:cNvGrpSpPr/>
            <p:nvPr/>
          </p:nvGrpSpPr>
          <p:grpSpPr>
            <a:xfrm flipV="1">
              <a:off x="2788920" y="2321560"/>
              <a:ext cx="228600" cy="533400"/>
              <a:chOff x="5867400" y="990600"/>
              <a:chExt cx="228600" cy="533400"/>
            </a:xfrm>
          </p:grpSpPr>
          <p:sp>
            <p:nvSpPr>
              <p:cNvPr id="211" name="Oval 210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Plus 211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Minus 212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4" name="Group 213"/>
            <p:cNvGrpSpPr/>
            <p:nvPr/>
          </p:nvGrpSpPr>
          <p:grpSpPr>
            <a:xfrm flipV="1">
              <a:off x="3093720" y="2321560"/>
              <a:ext cx="228600" cy="533400"/>
              <a:chOff x="5867400" y="990600"/>
              <a:chExt cx="228600" cy="533400"/>
            </a:xfrm>
          </p:grpSpPr>
          <p:sp>
            <p:nvSpPr>
              <p:cNvPr id="215" name="Oval 214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Plus 215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Minus 216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8" name="Group 217"/>
            <p:cNvGrpSpPr/>
            <p:nvPr/>
          </p:nvGrpSpPr>
          <p:grpSpPr>
            <a:xfrm flipV="1">
              <a:off x="3398520" y="2321560"/>
              <a:ext cx="228600" cy="533400"/>
              <a:chOff x="5867400" y="990600"/>
              <a:chExt cx="228600" cy="533400"/>
            </a:xfrm>
          </p:grpSpPr>
          <p:sp>
            <p:nvSpPr>
              <p:cNvPr id="219" name="Oval 218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Plus 219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Minus 220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2" name="Group 221"/>
            <p:cNvGrpSpPr/>
            <p:nvPr/>
          </p:nvGrpSpPr>
          <p:grpSpPr>
            <a:xfrm flipV="1">
              <a:off x="3703320" y="1178560"/>
              <a:ext cx="228600" cy="533400"/>
              <a:chOff x="5867400" y="990600"/>
              <a:chExt cx="228600" cy="533400"/>
            </a:xfrm>
          </p:grpSpPr>
          <p:sp>
            <p:nvSpPr>
              <p:cNvPr id="223" name="Oval 222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Plus 223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Minus 224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6" name="Group 225"/>
            <p:cNvGrpSpPr/>
            <p:nvPr/>
          </p:nvGrpSpPr>
          <p:grpSpPr>
            <a:xfrm flipV="1">
              <a:off x="4008120" y="1178560"/>
              <a:ext cx="228600" cy="533400"/>
              <a:chOff x="5867400" y="990600"/>
              <a:chExt cx="228600" cy="533400"/>
            </a:xfrm>
          </p:grpSpPr>
          <p:sp>
            <p:nvSpPr>
              <p:cNvPr id="227" name="Oval 226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Plus 227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Minus 228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0" name="Group 229"/>
            <p:cNvGrpSpPr/>
            <p:nvPr/>
          </p:nvGrpSpPr>
          <p:grpSpPr>
            <a:xfrm flipV="1">
              <a:off x="4312920" y="1178560"/>
              <a:ext cx="228600" cy="533400"/>
              <a:chOff x="5867400" y="990600"/>
              <a:chExt cx="228600" cy="533400"/>
            </a:xfrm>
          </p:grpSpPr>
          <p:sp>
            <p:nvSpPr>
              <p:cNvPr id="231" name="Oval 230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Plus 231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Minus 232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4" name="Group 233"/>
            <p:cNvGrpSpPr/>
            <p:nvPr/>
          </p:nvGrpSpPr>
          <p:grpSpPr>
            <a:xfrm flipV="1">
              <a:off x="3703320" y="1752600"/>
              <a:ext cx="228600" cy="533400"/>
              <a:chOff x="5867400" y="990600"/>
              <a:chExt cx="228600" cy="533400"/>
            </a:xfrm>
          </p:grpSpPr>
          <p:sp>
            <p:nvSpPr>
              <p:cNvPr id="235" name="Oval 234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Plus 235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Minus 236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8" name="Group 237"/>
            <p:cNvGrpSpPr/>
            <p:nvPr/>
          </p:nvGrpSpPr>
          <p:grpSpPr>
            <a:xfrm flipV="1">
              <a:off x="4008120" y="1752600"/>
              <a:ext cx="228600" cy="533400"/>
              <a:chOff x="5867400" y="990600"/>
              <a:chExt cx="228600" cy="533400"/>
            </a:xfrm>
          </p:grpSpPr>
          <p:sp>
            <p:nvSpPr>
              <p:cNvPr id="239" name="Oval 238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Plus 239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Minus 240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2" name="Group 241"/>
            <p:cNvGrpSpPr/>
            <p:nvPr/>
          </p:nvGrpSpPr>
          <p:grpSpPr>
            <a:xfrm flipV="1">
              <a:off x="4312920" y="1752600"/>
              <a:ext cx="228600" cy="533400"/>
              <a:chOff x="5867400" y="990600"/>
              <a:chExt cx="228600" cy="533400"/>
            </a:xfrm>
          </p:grpSpPr>
          <p:sp>
            <p:nvSpPr>
              <p:cNvPr id="243" name="Oval 242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Plus 243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Minus 244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6" name="Group 245"/>
            <p:cNvGrpSpPr/>
            <p:nvPr/>
          </p:nvGrpSpPr>
          <p:grpSpPr>
            <a:xfrm flipV="1">
              <a:off x="3703320" y="2321560"/>
              <a:ext cx="228600" cy="533400"/>
              <a:chOff x="5867400" y="990600"/>
              <a:chExt cx="228600" cy="533400"/>
            </a:xfrm>
          </p:grpSpPr>
          <p:sp>
            <p:nvSpPr>
              <p:cNvPr id="247" name="Oval 246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Plus 247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Minus 248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Group 249"/>
            <p:cNvGrpSpPr/>
            <p:nvPr/>
          </p:nvGrpSpPr>
          <p:grpSpPr>
            <a:xfrm flipV="1">
              <a:off x="4008120" y="2321560"/>
              <a:ext cx="228600" cy="533400"/>
              <a:chOff x="5867400" y="990600"/>
              <a:chExt cx="228600" cy="533400"/>
            </a:xfrm>
          </p:grpSpPr>
          <p:sp>
            <p:nvSpPr>
              <p:cNvPr id="251" name="Oval 250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Plus 251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Minus 252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4" name="Group 253"/>
            <p:cNvGrpSpPr/>
            <p:nvPr/>
          </p:nvGrpSpPr>
          <p:grpSpPr>
            <a:xfrm flipV="1">
              <a:off x="4312920" y="2321560"/>
              <a:ext cx="228600" cy="533400"/>
              <a:chOff x="5867400" y="990600"/>
              <a:chExt cx="228600" cy="533400"/>
            </a:xfrm>
          </p:grpSpPr>
          <p:sp>
            <p:nvSpPr>
              <p:cNvPr id="255" name="Oval 254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Plus 255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" name="Minus 256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8" name="Group 257"/>
            <p:cNvGrpSpPr/>
            <p:nvPr/>
          </p:nvGrpSpPr>
          <p:grpSpPr>
            <a:xfrm flipV="1">
              <a:off x="4617720" y="1178560"/>
              <a:ext cx="228600" cy="533400"/>
              <a:chOff x="5867400" y="990600"/>
              <a:chExt cx="228600" cy="533400"/>
            </a:xfrm>
          </p:grpSpPr>
          <p:sp>
            <p:nvSpPr>
              <p:cNvPr id="259" name="Oval 258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Plus 259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Minus 260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2" name="Group 261"/>
            <p:cNvGrpSpPr/>
            <p:nvPr/>
          </p:nvGrpSpPr>
          <p:grpSpPr>
            <a:xfrm flipV="1">
              <a:off x="4922520" y="1178560"/>
              <a:ext cx="228600" cy="533400"/>
              <a:chOff x="5867400" y="990600"/>
              <a:chExt cx="228600" cy="533400"/>
            </a:xfrm>
          </p:grpSpPr>
          <p:sp>
            <p:nvSpPr>
              <p:cNvPr id="263" name="Oval 262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Plus 263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Minus 264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0" name="Group 269"/>
            <p:cNvGrpSpPr/>
            <p:nvPr/>
          </p:nvGrpSpPr>
          <p:grpSpPr>
            <a:xfrm flipV="1">
              <a:off x="4617720" y="1752600"/>
              <a:ext cx="228600" cy="533400"/>
              <a:chOff x="5867400" y="990600"/>
              <a:chExt cx="228600" cy="533400"/>
            </a:xfrm>
          </p:grpSpPr>
          <p:sp>
            <p:nvSpPr>
              <p:cNvPr id="271" name="Oval 270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Plus 271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Minus 272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4" name="Group 273"/>
            <p:cNvGrpSpPr/>
            <p:nvPr/>
          </p:nvGrpSpPr>
          <p:grpSpPr>
            <a:xfrm flipV="1">
              <a:off x="4922520" y="1752600"/>
              <a:ext cx="228600" cy="533400"/>
              <a:chOff x="5867400" y="990600"/>
              <a:chExt cx="228600" cy="533400"/>
            </a:xfrm>
          </p:grpSpPr>
          <p:sp>
            <p:nvSpPr>
              <p:cNvPr id="275" name="Oval 274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Plus 275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Minus 276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2" name="Group 281"/>
            <p:cNvGrpSpPr/>
            <p:nvPr/>
          </p:nvGrpSpPr>
          <p:grpSpPr>
            <a:xfrm flipV="1">
              <a:off x="4617720" y="2321560"/>
              <a:ext cx="228600" cy="533400"/>
              <a:chOff x="5867400" y="990600"/>
              <a:chExt cx="228600" cy="533400"/>
            </a:xfrm>
          </p:grpSpPr>
          <p:sp>
            <p:nvSpPr>
              <p:cNvPr id="283" name="Oval 282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" name="Plus 283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" name="Minus 284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6" name="Group 285"/>
            <p:cNvGrpSpPr/>
            <p:nvPr/>
          </p:nvGrpSpPr>
          <p:grpSpPr>
            <a:xfrm flipV="1">
              <a:off x="4922520" y="2321560"/>
              <a:ext cx="228600" cy="533400"/>
              <a:chOff x="5867400" y="990600"/>
              <a:chExt cx="228600" cy="533400"/>
            </a:xfrm>
          </p:grpSpPr>
          <p:sp>
            <p:nvSpPr>
              <p:cNvPr id="287" name="Oval 286"/>
              <p:cNvSpPr/>
              <p:nvPr/>
            </p:nvSpPr>
            <p:spPr>
              <a:xfrm>
                <a:off x="5867400" y="990600"/>
                <a:ext cx="228600" cy="5334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" name="Plus 287"/>
              <p:cNvSpPr/>
              <p:nvPr/>
            </p:nvSpPr>
            <p:spPr>
              <a:xfrm>
                <a:off x="5913120" y="1066800"/>
                <a:ext cx="152400" cy="152400"/>
              </a:xfrm>
              <a:prstGeom prst="mathPl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Minus 288"/>
              <p:cNvSpPr/>
              <p:nvPr/>
            </p:nvSpPr>
            <p:spPr>
              <a:xfrm>
                <a:off x="5913120" y="1295400"/>
                <a:ext cx="152400" cy="152400"/>
              </a:xfrm>
              <a:prstGeom prst="mathMinus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4" name="Group 48"/>
            <p:cNvGrpSpPr/>
            <p:nvPr/>
          </p:nvGrpSpPr>
          <p:grpSpPr>
            <a:xfrm>
              <a:off x="1239515" y="1260455"/>
              <a:ext cx="348172" cy="461665"/>
              <a:chOff x="3886207" y="685800"/>
              <a:chExt cx="348171" cy="461662"/>
            </a:xfrm>
          </p:grpSpPr>
          <p:sp>
            <p:nvSpPr>
              <p:cNvPr id="295" name="TextBox 294"/>
              <p:cNvSpPr txBox="1"/>
              <p:nvPr/>
            </p:nvSpPr>
            <p:spPr>
              <a:xfrm>
                <a:off x="3886207" y="685800"/>
                <a:ext cx="348171" cy="4616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P</a:t>
                </a:r>
                <a:endParaRPr lang="en-US" sz="2400" b="1" dirty="0"/>
              </a:p>
            </p:txBody>
          </p:sp>
          <p:sp>
            <p:nvSpPr>
              <p:cNvPr id="296" name="Right Arrow 295"/>
              <p:cNvSpPr/>
              <p:nvPr/>
            </p:nvSpPr>
            <p:spPr>
              <a:xfrm>
                <a:off x="3980330" y="730625"/>
                <a:ext cx="152400" cy="76200"/>
              </a:xfrm>
              <a:prstGeom prst="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7" name="Down Arrow 296"/>
            <p:cNvSpPr/>
            <p:nvPr/>
          </p:nvSpPr>
          <p:spPr>
            <a:xfrm flipV="1">
              <a:off x="1559560" y="1351280"/>
              <a:ext cx="152400" cy="228600"/>
            </a:xfrm>
            <a:prstGeom prst="down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Notched Right Arrow 297"/>
            <p:cNvSpPr/>
            <p:nvPr/>
          </p:nvSpPr>
          <p:spPr>
            <a:xfrm rot="5400000">
              <a:off x="4745695" y="1959905"/>
              <a:ext cx="1405210" cy="22860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00" name="Rectangle 299"/>
            <p:cNvSpPr/>
            <p:nvPr/>
          </p:nvSpPr>
          <p:spPr>
            <a:xfrm>
              <a:off x="1752600" y="2590800"/>
              <a:ext cx="3505200" cy="228600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Rectangle 300"/>
            <p:cNvSpPr/>
            <p:nvPr/>
          </p:nvSpPr>
          <p:spPr>
            <a:xfrm>
              <a:off x="1752600" y="1219200"/>
              <a:ext cx="3505200" cy="228600"/>
            </a:xfrm>
            <a:prstGeom prst="rect">
              <a:avLst/>
            </a:prstGeom>
            <a:noFill/>
            <a:ln w="38100">
              <a:solidFill>
                <a:srgbClr val="FFFF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TextBox 301"/>
            <p:cNvSpPr txBox="1"/>
            <p:nvPr/>
          </p:nvSpPr>
          <p:spPr>
            <a:xfrm>
              <a:off x="1066800" y="2590800"/>
              <a:ext cx="5068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 smtClean="0"/>
                <a:t>Q</a:t>
              </a:r>
              <a:r>
                <a:rPr lang="en-US" sz="2400" b="1" baseline="-25000" dirty="0" err="1" smtClean="0"/>
                <a:t>p</a:t>
              </a:r>
              <a:endParaRPr lang="en-US" sz="2400" b="1" dirty="0"/>
            </a:p>
          </p:txBody>
        </p:sp>
        <p:cxnSp>
          <p:nvCxnSpPr>
            <p:cNvPr id="304" name="Straight Arrow Connector 303"/>
            <p:cNvCxnSpPr>
              <a:stCxn id="302" idx="3"/>
            </p:cNvCxnSpPr>
            <p:nvPr/>
          </p:nvCxnSpPr>
          <p:spPr>
            <a:xfrm flipV="1">
              <a:off x="1573670" y="2667000"/>
              <a:ext cx="178930" cy="1546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roup 209"/>
          <p:cNvGrpSpPr/>
          <p:nvPr/>
        </p:nvGrpSpPr>
        <p:grpSpPr>
          <a:xfrm>
            <a:off x="228600" y="507322"/>
            <a:ext cx="7010400" cy="2296838"/>
            <a:chOff x="228600" y="507322"/>
            <a:chExt cx="7010400" cy="229683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52957" t="-3431"/>
            <a:stretch>
              <a:fillRect/>
            </a:stretch>
          </p:blipFill>
          <p:spPr bwMode="auto">
            <a:xfrm>
              <a:off x="2392680" y="507322"/>
              <a:ext cx="2301476" cy="2296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8600" y="568325"/>
              <a:ext cx="2136678" cy="2174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r="48601"/>
            <a:stretch>
              <a:fillRect/>
            </a:stretch>
          </p:blipFill>
          <p:spPr bwMode="auto">
            <a:xfrm>
              <a:off x="4724400" y="583522"/>
              <a:ext cx="2514600" cy="2220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John\Desktop\Top view of fenri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1353542">
            <a:off x="4120740" y="2626130"/>
            <a:ext cx="3200400" cy="2408237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708162" y="3369522"/>
            <a:ext cx="3241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 smtClean="0"/>
              <a:t>A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552890" y="4278868"/>
            <a:ext cx="31451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5306" y="3369522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 smtClean="0"/>
              <a:t>C</a:t>
            </a: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1066800" y="1219200"/>
            <a:ext cx="3550727" cy="3200400"/>
            <a:chOff x="1066800" y="1219200"/>
            <a:chExt cx="3550727" cy="32004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590800" y="1600200"/>
              <a:ext cx="0" cy="2819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>
              <a:off x="1066800" y="3276600"/>
              <a:ext cx="3124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2590800" y="1828800"/>
              <a:ext cx="838200" cy="1447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602230" y="1840230"/>
              <a:ext cx="838200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3425190" y="1828800"/>
              <a:ext cx="0" cy="144780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362200" y="1219200"/>
              <a:ext cx="433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 smtClean="0"/>
                <a:t>Im</a:t>
              </a:r>
              <a:endParaRPr lang="en-US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91000" y="3078480"/>
              <a:ext cx="4265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Re</a:t>
              </a:r>
              <a:endParaRPr lang="en-US" b="1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424100" y="236220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</a:t>
              </a:r>
              <a:endParaRPr 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29786" y="1459468"/>
              <a:ext cx="370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X</a:t>
              </a:r>
              <a:r>
                <a:rPr lang="en-US" baseline="-25000" dirty="0" err="1" smtClean="0"/>
                <a:t>c</a:t>
              </a:r>
              <a:endParaRPr lang="en-US" baseline="-250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90800" y="2209800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|Z|</a:t>
              </a:r>
              <a:endParaRPr lang="en-US" dirty="0"/>
            </a:p>
          </p:txBody>
        </p:sp>
        <p:sp>
          <p:nvSpPr>
            <p:cNvPr id="24" name="Arc 23"/>
            <p:cNvSpPr/>
            <p:nvPr/>
          </p:nvSpPr>
          <p:spPr>
            <a:xfrm>
              <a:off x="2514600" y="2971800"/>
              <a:ext cx="457200" cy="609600"/>
            </a:xfrm>
            <a:prstGeom prst="arc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895600" y="2819400"/>
              <a:ext cx="335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 smtClean="0">
                  <a:latin typeface="Cambria Math"/>
                  <a:ea typeface="Cambria Math"/>
                </a:rPr>
                <a:t>ϴ</a:t>
              </a:r>
              <a:endParaRPr 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47607</TotalTime>
  <Words>44</Words>
  <Application>Microsoft Office PowerPoint</Application>
  <PresentationFormat>On-screen Show (4:3)</PresentationFormat>
  <Paragraphs>38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</dc:creator>
  <cp:lastModifiedBy>John</cp:lastModifiedBy>
  <cp:revision>58</cp:revision>
  <dcterms:created xsi:type="dcterms:W3CDTF">2013-12-18T19:23:22Z</dcterms:created>
  <dcterms:modified xsi:type="dcterms:W3CDTF">2014-01-28T20:18:42Z</dcterms:modified>
</cp:coreProperties>
</file>